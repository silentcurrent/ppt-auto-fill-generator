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1" r:id="rId1"/>
  </p:sldMasterIdLst>
  <p:notesMasterIdLst>
    <p:notesMasterId r:id="rId26"/>
  </p:notesMasterIdLst>
  <p:sldIdLst>
    <p:sldId id="256" r:id="rId2"/>
    <p:sldId id="257" r:id="rId3"/>
    <p:sldId id="258" r:id="rId4"/>
    <p:sldId id="259" r:id="rId5"/>
    <p:sldId id="260" r:id="rId6"/>
    <p:sldId id="280"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4630400" cy="8229600"/>
  <p:notesSz cx="8229600" cy="14630400"/>
  <p:embeddedFontLst>
    <p:embeddedFont>
      <p:font typeface="Urbanist" panose="020B0604020202020204" charset="0"/>
      <p:regular r:id="rId27"/>
      <p:bold r:id="rId28"/>
      <p:italic r:id="rId29"/>
      <p:boldItalic r:id="rId30"/>
    </p:embeddedFont>
    <p:embeddedFont>
      <p:font typeface="Urbanist Light" panose="020B0604020202020204" charset="0"/>
      <p:regular r:id="rId31"/>
      <p:bold r:id="rId32"/>
      <p:italic r:id="rId33"/>
      <p:boldItalic r:id="rId34"/>
    </p:embeddedFont>
    <p:embeddedFont>
      <p:font typeface="Urbanist Medium" panose="020B060402020202020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9" d="100"/>
          <a:sy n="129" d="100"/>
        </p:scale>
        <p:origin x="510"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 Id="rId33" Type="http://schemas.openxmlformats.org/officeDocument/2006/relationships/font" Target="fonts/font7.fntdata"/><Relationship Id="rId34" Type="http://schemas.openxmlformats.org/officeDocument/2006/relationships/font" Target="fonts/font8.fntdata"/><Relationship Id="rId35" Type="http://schemas.openxmlformats.org/officeDocument/2006/relationships/font" Target="fonts/font9.fntdata"/><Relationship Id="rId36" Type="http://schemas.openxmlformats.org/officeDocument/2006/relationships/font" Target="fonts/font10.fntdata"/><Relationship Id="rId37" Type="http://schemas.openxmlformats.org/officeDocument/2006/relationships/font" Target="fonts/font11.fntdata"/><Relationship Id="rId38" Type="http://schemas.openxmlformats.org/officeDocument/2006/relationships/font" Target="fonts/font12.fntdata"/><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‹Nº›</a:t>
            </a:fld>
            <a:endParaRPr sz="12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Google Shape;2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 name="Google Shape;28;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 name="Google Shape;42;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 name="Google Shape;43;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a:p>
        </p:txBody>
      </p:sp>
      <p:sp>
        <p:nvSpPr>
          <p:cNvPr id="63" name="Google Shape;6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 name="Google Shape;77;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57C38704-DF0A-ABCB-D491-704E4542BF69}"/>
            </a:ext>
          </a:extLst>
        </p:cNvPr>
        <p:cNvGrpSpPr/>
        <p:nvPr/>
      </p:nvGrpSpPr>
      <p:grpSpPr>
        <a:xfrm>
          <a:off x="0" y="0"/>
          <a:ext cx="0" cy="0"/>
          <a:chOff x="0" y="0"/>
          <a:chExt cx="0" cy="0"/>
        </a:xfrm>
      </p:grpSpPr>
      <p:sp>
        <p:nvSpPr>
          <p:cNvPr id="97" name="Google Shape;97;p8:notes">
            <a:extLst>
              <a:ext uri="{FF2B5EF4-FFF2-40B4-BE49-F238E27FC236}">
                <a16:creationId xmlns:a16="http://schemas.microsoft.com/office/drawing/2014/main" id="{85764947-2242-C05E-DC39-04247B4A8CD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a:extLst>
              <a:ext uri="{FF2B5EF4-FFF2-40B4-BE49-F238E27FC236}">
                <a16:creationId xmlns:a16="http://schemas.microsoft.com/office/drawing/2014/main" id="{B9DB62B9-C5EB-3CA2-9721-84DE94348BD9}"/>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8:notes">
            <a:extLst>
              <a:ext uri="{FF2B5EF4-FFF2-40B4-BE49-F238E27FC236}">
                <a16:creationId xmlns:a16="http://schemas.microsoft.com/office/drawing/2014/main" id="{71738244-D53C-3129-98D3-55DAE0E7B521}"/>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extLst>
      <p:ext uri="{BB962C8B-B14F-4D97-AF65-F5344CB8AC3E}">
        <p14:creationId xmlns:p14="http://schemas.microsoft.com/office/powerpoint/2010/main" val="8508873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7" name="Google Shape;127;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c80dd83587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c80dd83587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0" name="Google Shape;140;g3c80dd83587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a:p>
        </p:txBody>
      </p:sp>
      <p:sp>
        <p:nvSpPr>
          <p:cNvPr id="153" name="Google Shape;153;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5" name="Google Shape;165;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2" name="Google Shape;182;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9" name="Google Shape;199;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2" name="Google Shape;212;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5" name="Google Shape;225;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6" name="Google Shape;236;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3" name="Google Shape;253;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9" name="Google Shape;269;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0" name="Google Shape;280;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1" name="Google Shape;291;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8" name="Google Shape;308;p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5" name="Google Shape;335;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6" name="Google Shape;346;p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9" name="Google Shape;359;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1 master 1">
  <p:cSld name="Slide 1 master_1">
    <p:bg>
      <p:bgPr>
        <a:solidFill>
          <a:srgbClr val="000000"/>
        </a:solidFill>
        <a:effectLst/>
      </p:bgPr>
    </p:bg>
    <p:spTree>
      <p:nvGrpSpPr>
        <p:cNvPr id="1" name="Shape 12"/>
        <p:cNvGrpSpPr/>
        <p:nvPr/>
      </p:nvGrpSpPr>
      <p:grpSpPr>
        <a:xfrm>
          <a:off x="0" y="0"/>
          <a:ext cx="0" cy="0"/>
          <a:chOff x="0" y="0"/>
          <a:chExt cx="0" cy="0"/>
        </a:xfrm>
      </p:grpSpPr>
      <p:pic>
        <p:nvPicPr>
          <p:cNvPr id="13" name="Google Shape;13;p3" descr="preencoded.png"/>
          <p:cNvPicPr preferRelativeResize="0"/>
          <p:nvPr/>
        </p:nvPicPr>
        <p:blipFill rotWithShape="1">
          <a:blip r:embed="rId2">
            <a:alphaModFix/>
          </a:blip>
          <a:srcRect/>
          <a:stretch/>
        </p:blipFill>
        <p:spPr>
          <a:xfrm>
            <a:off x="0" y="0"/>
            <a:ext cx="14630397" cy="8229601"/>
          </a:xfrm>
          <a:prstGeom prst="rect">
            <a:avLst/>
          </a:prstGeom>
          <a:noFill/>
          <a:ln>
            <a:noFill/>
          </a:ln>
        </p:spPr>
      </p:pic>
      <p:sp>
        <p:nvSpPr>
          <p:cNvPr id="14" name="Google Shape;14;p3"/>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3"/>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a:buNone/>
              <a:defRPr sz="1200" b="0" i="0" u="none" strike="noStrike" cap="none">
                <a:solidFill>
                  <a:srgbClr val="999999"/>
                </a:solidFill>
                <a:latin typeface="Urbanist Light"/>
                <a:ea typeface="Urbanist Light"/>
                <a:cs typeface="Urbanist Light"/>
                <a:sym typeface="Urbanist Light"/>
              </a:defRPr>
            </a:lvl1pPr>
            <a:lvl2pPr marL="0" marR="0" lvl="1" indent="0" algn="l" rtl="0">
              <a:lnSpc>
                <a:spcPct val="100000"/>
              </a:lnSpc>
              <a:spcBef>
                <a:spcPts val="0"/>
              </a:spcBef>
              <a:spcAft>
                <a:spcPts val="0"/>
              </a:spcAft>
              <a:buClr>
                <a:srgbClr val="000000"/>
              </a:buClr>
              <a:buSzPts val="1200"/>
              <a:buFont typeface="Arial"/>
              <a:buNone/>
              <a:defRPr sz="1200" b="0" i="0" u="none" strike="noStrike" cap="none">
                <a:solidFill>
                  <a:srgbClr val="999999"/>
                </a:solidFill>
                <a:latin typeface="Urbanist Light"/>
                <a:ea typeface="Urbanist Light"/>
                <a:cs typeface="Urbanist Light"/>
                <a:sym typeface="Urbanist Light"/>
              </a:defRPr>
            </a:lvl2pPr>
            <a:lvl3pPr marL="0" marR="0" lvl="2" indent="0" algn="l" rtl="0">
              <a:lnSpc>
                <a:spcPct val="100000"/>
              </a:lnSpc>
              <a:spcBef>
                <a:spcPts val="0"/>
              </a:spcBef>
              <a:spcAft>
                <a:spcPts val="0"/>
              </a:spcAft>
              <a:buClr>
                <a:srgbClr val="000000"/>
              </a:buClr>
              <a:buSzPts val="1200"/>
              <a:buFont typeface="Arial"/>
              <a:buNone/>
              <a:defRPr sz="1200" b="0" i="0" u="none" strike="noStrike" cap="none">
                <a:solidFill>
                  <a:srgbClr val="999999"/>
                </a:solidFill>
                <a:latin typeface="Urbanist Light"/>
                <a:ea typeface="Urbanist Light"/>
                <a:cs typeface="Urbanist Light"/>
                <a:sym typeface="Urbanist Light"/>
              </a:defRPr>
            </a:lvl3pPr>
            <a:lvl4pPr marL="0" marR="0" lvl="3" indent="0" algn="l" rtl="0">
              <a:lnSpc>
                <a:spcPct val="100000"/>
              </a:lnSpc>
              <a:spcBef>
                <a:spcPts val="0"/>
              </a:spcBef>
              <a:spcAft>
                <a:spcPts val="0"/>
              </a:spcAft>
              <a:buClr>
                <a:srgbClr val="000000"/>
              </a:buClr>
              <a:buSzPts val="1200"/>
              <a:buFont typeface="Arial"/>
              <a:buNone/>
              <a:defRPr sz="1200" b="0" i="0" u="none" strike="noStrike" cap="none">
                <a:solidFill>
                  <a:srgbClr val="999999"/>
                </a:solidFill>
                <a:latin typeface="Urbanist Light"/>
                <a:ea typeface="Urbanist Light"/>
                <a:cs typeface="Urbanist Light"/>
                <a:sym typeface="Urbanist Light"/>
              </a:defRPr>
            </a:lvl4pPr>
            <a:lvl5pPr marL="0" marR="0" lvl="4" indent="0" algn="l" rtl="0">
              <a:lnSpc>
                <a:spcPct val="100000"/>
              </a:lnSpc>
              <a:spcBef>
                <a:spcPts val="0"/>
              </a:spcBef>
              <a:spcAft>
                <a:spcPts val="0"/>
              </a:spcAft>
              <a:buClr>
                <a:srgbClr val="000000"/>
              </a:buClr>
              <a:buSzPts val="1200"/>
              <a:buFont typeface="Arial"/>
              <a:buNone/>
              <a:defRPr sz="1200" b="0" i="0" u="none" strike="noStrike" cap="none">
                <a:solidFill>
                  <a:srgbClr val="999999"/>
                </a:solidFill>
                <a:latin typeface="Urbanist Light"/>
                <a:ea typeface="Urbanist Light"/>
                <a:cs typeface="Urbanist Light"/>
                <a:sym typeface="Urbanist Light"/>
              </a:defRPr>
            </a:lvl5pPr>
            <a:lvl6pPr marL="0" marR="0" lvl="5" indent="0" algn="l" rtl="0">
              <a:lnSpc>
                <a:spcPct val="100000"/>
              </a:lnSpc>
              <a:spcBef>
                <a:spcPts val="0"/>
              </a:spcBef>
              <a:spcAft>
                <a:spcPts val="0"/>
              </a:spcAft>
              <a:buClr>
                <a:srgbClr val="000000"/>
              </a:buClr>
              <a:buSzPts val="1200"/>
              <a:buFont typeface="Arial"/>
              <a:buNone/>
              <a:defRPr sz="1200" b="0" i="0" u="none" strike="noStrike" cap="none">
                <a:solidFill>
                  <a:srgbClr val="999999"/>
                </a:solidFill>
                <a:latin typeface="Urbanist Light"/>
                <a:ea typeface="Urbanist Light"/>
                <a:cs typeface="Urbanist Light"/>
                <a:sym typeface="Urbanist Light"/>
              </a:defRPr>
            </a:lvl6pPr>
            <a:lvl7pPr marL="0" marR="0" lvl="6" indent="0" algn="l" rtl="0">
              <a:lnSpc>
                <a:spcPct val="100000"/>
              </a:lnSpc>
              <a:spcBef>
                <a:spcPts val="0"/>
              </a:spcBef>
              <a:spcAft>
                <a:spcPts val="0"/>
              </a:spcAft>
              <a:buClr>
                <a:srgbClr val="000000"/>
              </a:buClr>
              <a:buSzPts val="1200"/>
              <a:buFont typeface="Arial"/>
              <a:buNone/>
              <a:defRPr sz="1200" b="0" i="0" u="none" strike="noStrike" cap="none">
                <a:solidFill>
                  <a:srgbClr val="999999"/>
                </a:solidFill>
                <a:latin typeface="Urbanist Light"/>
                <a:ea typeface="Urbanist Light"/>
                <a:cs typeface="Urbanist Light"/>
                <a:sym typeface="Urbanist Light"/>
              </a:defRPr>
            </a:lvl7pPr>
            <a:lvl8pPr marL="0" marR="0" lvl="7" indent="0" algn="l" rtl="0">
              <a:lnSpc>
                <a:spcPct val="100000"/>
              </a:lnSpc>
              <a:spcBef>
                <a:spcPts val="0"/>
              </a:spcBef>
              <a:spcAft>
                <a:spcPts val="0"/>
              </a:spcAft>
              <a:buClr>
                <a:srgbClr val="000000"/>
              </a:buClr>
              <a:buSzPts val="1200"/>
              <a:buFont typeface="Arial"/>
              <a:buNone/>
              <a:defRPr sz="1200" b="0" i="0" u="none" strike="noStrike" cap="none">
                <a:solidFill>
                  <a:srgbClr val="999999"/>
                </a:solidFill>
                <a:latin typeface="Urbanist Light"/>
                <a:ea typeface="Urbanist Light"/>
                <a:cs typeface="Urbanist Light"/>
                <a:sym typeface="Urbanist Light"/>
              </a:defRPr>
            </a:lvl8pPr>
            <a:lvl9pPr marL="0" marR="0" lvl="8" indent="0" algn="l" rtl="0">
              <a:lnSpc>
                <a:spcPct val="100000"/>
              </a:lnSpc>
              <a:spcBef>
                <a:spcPts val="0"/>
              </a:spcBef>
              <a:spcAft>
                <a:spcPts val="0"/>
              </a:spcAft>
              <a:buClr>
                <a:srgbClr val="000000"/>
              </a:buClr>
              <a:buSzPts val="1200"/>
              <a:buFont typeface="Arial"/>
              <a:buNone/>
              <a:defRPr sz="1200" b="0" i="0" u="none" strike="noStrike" cap="none">
                <a:solidFill>
                  <a:srgbClr val="999999"/>
                </a:solidFill>
                <a:latin typeface="Urbanist Light"/>
                <a:ea typeface="Urbanist Light"/>
                <a:cs typeface="Urbanist Light"/>
                <a:sym typeface="Urbanist Light"/>
              </a:defRPr>
            </a:lvl9pPr>
          </a:lstStyle>
          <a:p>
            <a:pPr marL="0" lvl="0" indent="0" algn="l" rtl="0">
              <a:spcBef>
                <a:spcPts val="0"/>
              </a:spcBef>
              <a:spcAft>
                <a:spcPts val="0"/>
              </a:spcAft>
              <a:buNone/>
            </a:pPr>
            <a:fld id="{00000000-1234-1234-1234-123412341234}" type="slidenum">
              <a:rPr lang="en-US"/>
              <a:t>‹Nº›</a:t>
            </a:fld>
            <a:endParaRPr/>
          </a:p>
        </p:txBody>
      </p:sp>
      <p:sp>
        <p:nvSpPr>
          <p:cNvPr id="16" name="Google Shape;16;p3"/>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5200"/>
              <a:buFont typeface="Urbanist Medium"/>
              <a:buNone/>
              <a:defRPr sz="5200" b="0" i="0" u="none" strike="noStrike" cap="none">
                <a:solidFill>
                  <a:srgbClr val="000000"/>
                </a:solidFill>
                <a:latin typeface="Urbanist Medium"/>
                <a:ea typeface="Urbanist Medium"/>
                <a:cs typeface="Urbanist Medium"/>
                <a:sym typeface="Urbanist Medium"/>
              </a:defRPr>
            </a:lvl1pPr>
            <a:lvl2pPr marR="0" lvl="1" algn="l" rtl="0">
              <a:lnSpc>
                <a:spcPct val="100000"/>
              </a:lnSpc>
              <a:spcBef>
                <a:spcPts val="0"/>
              </a:spcBef>
              <a:spcAft>
                <a:spcPts val="0"/>
              </a:spcAft>
              <a:buClr>
                <a:srgbClr val="000000"/>
              </a:buClr>
              <a:buSzPts val="5200"/>
              <a:buFont typeface="Urbanist Medium"/>
              <a:buNone/>
              <a:defRPr sz="5200" b="0" i="0" u="none" strike="noStrike" cap="none">
                <a:solidFill>
                  <a:srgbClr val="000000"/>
                </a:solidFill>
                <a:latin typeface="Urbanist Medium"/>
                <a:ea typeface="Urbanist Medium"/>
                <a:cs typeface="Urbanist Medium"/>
                <a:sym typeface="Urbanist Medium"/>
              </a:defRPr>
            </a:lvl2pPr>
            <a:lvl3pPr marR="0" lvl="2" algn="l" rtl="0">
              <a:lnSpc>
                <a:spcPct val="100000"/>
              </a:lnSpc>
              <a:spcBef>
                <a:spcPts val="0"/>
              </a:spcBef>
              <a:spcAft>
                <a:spcPts val="0"/>
              </a:spcAft>
              <a:buClr>
                <a:srgbClr val="000000"/>
              </a:buClr>
              <a:buSzPts val="5200"/>
              <a:buFont typeface="Urbanist Medium"/>
              <a:buNone/>
              <a:defRPr sz="5200" b="0" i="0" u="none" strike="noStrike" cap="none">
                <a:solidFill>
                  <a:srgbClr val="000000"/>
                </a:solidFill>
                <a:latin typeface="Urbanist Medium"/>
                <a:ea typeface="Urbanist Medium"/>
                <a:cs typeface="Urbanist Medium"/>
                <a:sym typeface="Urbanist Medium"/>
              </a:defRPr>
            </a:lvl3pPr>
            <a:lvl4pPr marR="0" lvl="3" algn="l" rtl="0">
              <a:lnSpc>
                <a:spcPct val="100000"/>
              </a:lnSpc>
              <a:spcBef>
                <a:spcPts val="0"/>
              </a:spcBef>
              <a:spcAft>
                <a:spcPts val="0"/>
              </a:spcAft>
              <a:buClr>
                <a:srgbClr val="000000"/>
              </a:buClr>
              <a:buSzPts val="5200"/>
              <a:buFont typeface="Urbanist Medium"/>
              <a:buNone/>
              <a:defRPr sz="5200" b="0" i="0" u="none" strike="noStrike" cap="none">
                <a:solidFill>
                  <a:srgbClr val="000000"/>
                </a:solidFill>
                <a:latin typeface="Urbanist Medium"/>
                <a:ea typeface="Urbanist Medium"/>
                <a:cs typeface="Urbanist Medium"/>
                <a:sym typeface="Urbanist Medium"/>
              </a:defRPr>
            </a:lvl4pPr>
            <a:lvl5pPr marR="0" lvl="4" algn="l" rtl="0">
              <a:lnSpc>
                <a:spcPct val="100000"/>
              </a:lnSpc>
              <a:spcBef>
                <a:spcPts val="0"/>
              </a:spcBef>
              <a:spcAft>
                <a:spcPts val="0"/>
              </a:spcAft>
              <a:buClr>
                <a:srgbClr val="000000"/>
              </a:buClr>
              <a:buSzPts val="5200"/>
              <a:buFont typeface="Urbanist Medium"/>
              <a:buNone/>
              <a:defRPr sz="5200" b="0" i="0" u="none" strike="noStrike" cap="none">
                <a:solidFill>
                  <a:srgbClr val="000000"/>
                </a:solidFill>
                <a:latin typeface="Urbanist Medium"/>
                <a:ea typeface="Urbanist Medium"/>
                <a:cs typeface="Urbanist Medium"/>
                <a:sym typeface="Urbanist Medium"/>
              </a:defRPr>
            </a:lvl5pPr>
            <a:lvl6pPr marR="0" lvl="5" algn="l" rtl="0">
              <a:lnSpc>
                <a:spcPct val="100000"/>
              </a:lnSpc>
              <a:spcBef>
                <a:spcPts val="0"/>
              </a:spcBef>
              <a:spcAft>
                <a:spcPts val="0"/>
              </a:spcAft>
              <a:buClr>
                <a:srgbClr val="000000"/>
              </a:buClr>
              <a:buSzPts val="5200"/>
              <a:buFont typeface="Urbanist Medium"/>
              <a:buNone/>
              <a:defRPr sz="5200" b="0" i="0" u="none" strike="noStrike" cap="none">
                <a:solidFill>
                  <a:srgbClr val="000000"/>
                </a:solidFill>
                <a:latin typeface="Urbanist Medium"/>
                <a:ea typeface="Urbanist Medium"/>
                <a:cs typeface="Urbanist Medium"/>
                <a:sym typeface="Urbanist Medium"/>
              </a:defRPr>
            </a:lvl6pPr>
            <a:lvl7pPr marR="0" lvl="6" algn="l" rtl="0">
              <a:lnSpc>
                <a:spcPct val="100000"/>
              </a:lnSpc>
              <a:spcBef>
                <a:spcPts val="0"/>
              </a:spcBef>
              <a:spcAft>
                <a:spcPts val="0"/>
              </a:spcAft>
              <a:buClr>
                <a:srgbClr val="000000"/>
              </a:buClr>
              <a:buSzPts val="5200"/>
              <a:buFont typeface="Urbanist Medium"/>
              <a:buNone/>
              <a:defRPr sz="5200" b="0" i="0" u="none" strike="noStrike" cap="none">
                <a:solidFill>
                  <a:srgbClr val="000000"/>
                </a:solidFill>
                <a:latin typeface="Urbanist Medium"/>
                <a:ea typeface="Urbanist Medium"/>
                <a:cs typeface="Urbanist Medium"/>
                <a:sym typeface="Urbanist Medium"/>
              </a:defRPr>
            </a:lvl7pPr>
            <a:lvl8pPr marR="0" lvl="7" algn="l" rtl="0">
              <a:lnSpc>
                <a:spcPct val="100000"/>
              </a:lnSpc>
              <a:spcBef>
                <a:spcPts val="0"/>
              </a:spcBef>
              <a:spcAft>
                <a:spcPts val="0"/>
              </a:spcAft>
              <a:buClr>
                <a:srgbClr val="000000"/>
              </a:buClr>
              <a:buSzPts val="5200"/>
              <a:buFont typeface="Urbanist Medium"/>
              <a:buNone/>
              <a:defRPr sz="5200" b="0" i="0" u="none" strike="noStrike" cap="none">
                <a:solidFill>
                  <a:srgbClr val="000000"/>
                </a:solidFill>
                <a:latin typeface="Urbanist Medium"/>
                <a:ea typeface="Urbanist Medium"/>
                <a:cs typeface="Urbanist Medium"/>
                <a:sym typeface="Urbanist Medium"/>
              </a:defRPr>
            </a:lvl8pPr>
            <a:lvl9pPr marR="0" lvl="8" algn="l" rtl="0">
              <a:lnSpc>
                <a:spcPct val="100000"/>
              </a:lnSpc>
              <a:spcBef>
                <a:spcPts val="0"/>
              </a:spcBef>
              <a:spcAft>
                <a:spcPts val="0"/>
              </a:spcAft>
              <a:buClr>
                <a:srgbClr val="000000"/>
              </a:buClr>
              <a:buSzPts val="5200"/>
              <a:buFont typeface="Urbanist Medium"/>
              <a:buNone/>
              <a:defRPr sz="5200" b="0" i="0" u="none" strike="noStrike" cap="none">
                <a:solidFill>
                  <a:srgbClr val="000000"/>
                </a:solidFill>
                <a:latin typeface="Urbanist Medium"/>
                <a:ea typeface="Urbanist Medium"/>
                <a:cs typeface="Urbanist Medium"/>
                <a:sym typeface="Urbanist Medium"/>
              </a:defRPr>
            </a:lvl9pPr>
          </a:lstStyle>
          <a:p>
            <a:endParaRPr/>
          </a:p>
        </p:txBody>
      </p:sp>
      <p:sp>
        <p:nvSpPr>
          <p:cNvPr id="17" name="Google Shape;17;p3"/>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Urbanist"/>
                <a:ea typeface="Urbanist"/>
                <a:cs typeface="Urbanist"/>
                <a:sym typeface="Urbanist"/>
              </a:rPr>
              <a:t>Future</a:t>
            </a:r>
            <a:r>
              <a:rPr lang="en-US" sz="1200" b="0" i="0" u="none" strike="noStrike" cap="none">
                <a:solidFill>
                  <a:srgbClr val="7068F4"/>
                </a:solidFill>
                <a:latin typeface="Urbanist"/>
                <a:ea typeface="Urbanist"/>
                <a:cs typeface="Urbanist"/>
                <a:sym typeface="Urbanist"/>
              </a:rPr>
              <a:t>Proofing</a:t>
            </a:r>
            <a:r>
              <a:rPr lang="en-US" sz="1200" b="0" i="0" u="none" strike="noStrike" cap="none">
                <a:solidFill>
                  <a:srgbClr val="000000"/>
                </a:solidFill>
                <a:latin typeface="Urbanist"/>
                <a:ea typeface="Urbanist"/>
                <a:cs typeface="Urbanist"/>
                <a:sym typeface="Urbanist"/>
              </a:rPr>
              <a:t>.Dev</a:t>
            </a:r>
            <a:endParaRPr sz="1200" b="0" i="1" u="none" strike="noStrike" cap="none">
              <a:solidFill>
                <a:srgbClr val="7068F4"/>
              </a:solidFill>
              <a:latin typeface="Urbanist"/>
              <a:ea typeface="Urbanist"/>
              <a:cs typeface="Urbanist"/>
              <a:sym typeface="Urbanist"/>
            </a:endParaRPr>
          </a:p>
        </p:txBody>
      </p:sp>
      <p:sp>
        <p:nvSpPr>
          <p:cNvPr id="18" name="Google Shape;18;p3"/>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999999"/>
                </a:solidFill>
                <a:latin typeface="Urbanist"/>
                <a:ea typeface="Urbanist"/>
                <a:cs typeface="Urbanist"/>
                <a:sym typeface="Urbanist"/>
              </a:rPr>
              <a:t>Private &amp; Confidential</a:t>
            </a:r>
            <a:endParaRPr sz="1200" b="0" i="1" u="none" strike="noStrike" cap="none">
              <a:solidFill>
                <a:srgbClr val="999999"/>
              </a:solidFill>
              <a:latin typeface="Urbanist"/>
              <a:ea typeface="Urbanist"/>
              <a:cs typeface="Urbanist"/>
              <a:sym typeface="Urbanis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1 master">
  <p:cSld name="Slide 1 master">
    <p:bg>
      <p:bgPr>
        <a:solidFill>
          <a:srgbClr val="000000"/>
        </a:solidFill>
        <a:effectLst/>
      </p:bgPr>
    </p:bg>
    <p:spTree>
      <p:nvGrpSpPr>
        <p:cNvPr id="1" name="Shape 19"/>
        <p:cNvGrpSpPr/>
        <p:nvPr/>
      </p:nvGrpSpPr>
      <p:grpSpPr>
        <a:xfrm>
          <a:off x="0" y="0"/>
          <a:ext cx="0" cy="0"/>
          <a:chOff x="0" y="0"/>
          <a:chExt cx="0" cy="0"/>
        </a:xfrm>
      </p:grpSpPr>
      <p:pic>
        <p:nvPicPr>
          <p:cNvPr id="20" name="Google Shape;20;p4"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21" name="Google Shape;21;p4"/>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4"/>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a:buNone/>
              <a:defRPr sz="1200" b="0" i="0" u="none" strike="noStrike" cap="none">
                <a:solidFill>
                  <a:srgbClr val="999999"/>
                </a:solidFill>
                <a:latin typeface="Urbanist Light"/>
                <a:ea typeface="Urbanist Light"/>
                <a:cs typeface="Urbanist Light"/>
                <a:sym typeface="Urbanist Light"/>
              </a:defRPr>
            </a:lvl1pPr>
            <a:lvl2pPr marL="0" marR="0" lvl="1" indent="0" algn="l" rtl="0">
              <a:lnSpc>
                <a:spcPct val="100000"/>
              </a:lnSpc>
              <a:spcBef>
                <a:spcPts val="0"/>
              </a:spcBef>
              <a:spcAft>
                <a:spcPts val="0"/>
              </a:spcAft>
              <a:buClr>
                <a:srgbClr val="000000"/>
              </a:buClr>
              <a:buSzPts val="1200"/>
              <a:buFont typeface="Arial"/>
              <a:buNone/>
              <a:defRPr sz="1200" b="0" i="0" u="none" strike="noStrike" cap="none">
                <a:solidFill>
                  <a:srgbClr val="999999"/>
                </a:solidFill>
                <a:latin typeface="Urbanist Light"/>
                <a:ea typeface="Urbanist Light"/>
                <a:cs typeface="Urbanist Light"/>
                <a:sym typeface="Urbanist Light"/>
              </a:defRPr>
            </a:lvl2pPr>
            <a:lvl3pPr marL="0" marR="0" lvl="2" indent="0" algn="l" rtl="0">
              <a:lnSpc>
                <a:spcPct val="100000"/>
              </a:lnSpc>
              <a:spcBef>
                <a:spcPts val="0"/>
              </a:spcBef>
              <a:spcAft>
                <a:spcPts val="0"/>
              </a:spcAft>
              <a:buClr>
                <a:srgbClr val="000000"/>
              </a:buClr>
              <a:buSzPts val="1200"/>
              <a:buFont typeface="Arial"/>
              <a:buNone/>
              <a:defRPr sz="1200" b="0" i="0" u="none" strike="noStrike" cap="none">
                <a:solidFill>
                  <a:srgbClr val="999999"/>
                </a:solidFill>
                <a:latin typeface="Urbanist Light"/>
                <a:ea typeface="Urbanist Light"/>
                <a:cs typeface="Urbanist Light"/>
                <a:sym typeface="Urbanist Light"/>
              </a:defRPr>
            </a:lvl3pPr>
            <a:lvl4pPr marL="0" marR="0" lvl="3" indent="0" algn="l" rtl="0">
              <a:lnSpc>
                <a:spcPct val="100000"/>
              </a:lnSpc>
              <a:spcBef>
                <a:spcPts val="0"/>
              </a:spcBef>
              <a:spcAft>
                <a:spcPts val="0"/>
              </a:spcAft>
              <a:buClr>
                <a:srgbClr val="000000"/>
              </a:buClr>
              <a:buSzPts val="1200"/>
              <a:buFont typeface="Arial"/>
              <a:buNone/>
              <a:defRPr sz="1200" b="0" i="0" u="none" strike="noStrike" cap="none">
                <a:solidFill>
                  <a:srgbClr val="999999"/>
                </a:solidFill>
                <a:latin typeface="Urbanist Light"/>
                <a:ea typeface="Urbanist Light"/>
                <a:cs typeface="Urbanist Light"/>
                <a:sym typeface="Urbanist Light"/>
              </a:defRPr>
            </a:lvl4pPr>
            <a:lvl5pPr marL="0" marR="0" lvl="4" indent="0" algn="l" rtl="0">
              <a:lnSpc>
                <a:spcPct val="100000"/>
              </a:lnSpc>
              <a:spcBef>
                <a:spcPts val="0"/>
              </a:spcBef>
              <a:spcAft>
                <a:spcPts val="0"/>
              </a:spcAft>
              <a:buClr>
                <a:srgbClr val="000000"/>
              </a:buClr>
              <a:buSzPts val="1200"/>
              <a:buFont typeface="Arial"/>
              <a:buNone/>
              <a:defRPr sz="1200" b="0" i="0" u="none" strike="noStrike" cap="none">
                <a:solidFill>
                  <a:srgbClr val="999999"/>
                </a:solidFill>
                <a:latin typeface="Urbanist Light"/>
                <a:ea typeface="Urbanist Light"/>
                <a:cs typeface="Urbanist Light"/>
                <a:sym typeface="Urbanist Light"/>
              </a:defRPr>
            </a:lvl5pPr>
            <a:lvl6pPr marL="0" marR="0" lvl="5" indent="0" algn="l" rtl="0">
              <a:lnSpc>
                <a:spcPct val="100000"/>
              </a:lnSpc>
              <a:spcBef>
                <a:spcPts val="0"/>
              </a:spcBef>
              <a:spcAft>
                <a:spcPts val="0"/>
              </a:spcAft>
              <a:buClr>
                <a:srgbClr val="000000"/>
              </a:buClr>
              <a:buSzPts val="1200"/>
              <a:buFont typeface="Arial"/>
              <a:buNone/>
              <a:defRPr sz="1200" b="0" i="0" u="none" strike="noStrike" cap="none">
                <a:solidFill>
                  <a:srgbClr val="999999"/>
                </a:solidFill>
                <a:latin typeface="Urbanist Light"/>
                <a:ea typeface="Urbanist Light"/>
                <a:cs typeface="Urbanist Light"/>
                <a:sym typeface="Urbanist Light"/>
              </a:defRPr>
            </a:lvl6pPr>
            <a:lvl7pPr marL="0" marR="0" lvl="6" indent="0" algn="l" rtl="0">
              <a:lnSpc>
                <a:spcPct val="100000"/>
              </a:lnSpc>
              <a:spcBef>
                <a:spcPts val="0"/>
              </a:spcBef>
              <a:spcAft>
                <a:spcPts val="0"/>
              </a:spcAft>
              <a:buClr>
                <a:srgbClr val="000000"/>
              </a:buClr>
              <a:buSzPts val="1200"/>
              <a:buFont typeface="Arial"/>
              <a:buNone/>
              <a:defRPr sz="1200" b="0" i="0" u="none" strike="noStrike" cap="none">
                <a:solidFill>
                  <a:srgbClr val="999999"/>
                </a:solidFill>
                <a:latin typeface="Urbanist Light"/>
                <a:ea typeface="Urbanist Light"/>
                <a:cs typeface="Urbanist Light"/>
                <a:sym typeface="Urbanist Light"/>
              </a:defRPr>
            </a:lvl7pPr>
            <a:lvl8pPr marL="0" marR="0" lvl="7" indent="0" algn="l" rtl="0">
              <a:lnSpc>
                <a:spcPct val="100000"/>
              </a:lnSpc>
              <a:spcBef>
                <a:spcPts val="0"/>
              </a:spcBef>
              <a:spcAft>
                <a:spcPts val="0"/>
              </a:spcAft>
              <a:buClr>
                <a:srgbClr val="000000"/>
              </a:buClr>
              <a:buSzPts val="1200"/>
              <a:buFont typeface="Arial"/>
              <a:buNone/>
              <a:defRPr sz="1200" b="0" i="0" u="none" strike="noStrike" cap="none">
                <a:solidFill>
                  <a:srgbClr val="999999"/>
                </a:solidFill>
                <a:latin typeface="Urbanist Light"/>
                <a:ea typeface="Urbanist Light"/>
                <a:cs typeface="Urbanist Light"/>
                <a:sym typeface="Urbanist Light"/>
              </a:defRPr>
            </a:lvl8pPr>
            <a:lvl9pPr marL="0" marR="0" lvl="8" indent="0" algn="l" rtl="0">
              <a:lnSpc>
                <a:spcPct val="100000"/>
              </a:lnSpc>
              <a:spcBef>
                <a:spcPts val="0"/>
              </a:spcBef>
              <a:spcAft>
                <a:spcPts val="0"/>
              </a:spcAft>
              <a:buClr>
                <a:srgbClr val="000000"/>
              </a:buClr>
              <a:buSzPts val="1200"/>
              <a:buFont typeface="Arial"/>
              <a:buNone/>
              <a:defRPr sz="1200" b="0" i="0" u="none" strike="noStrike" cap="none">
                <a:solidFill>
                  <a:srgbClr val="999999"/>
                </a:solidFill>
                <a:latin typeface="Urbanist Light"/>
                <a:ea typeface="Urbanist Light"/>
                <a:cs typeface="Urbanist Light"/>
                <a:sym typeface="Urbanist Light"/>
              </a:defRPr>
            </a:lvl9pPr>
          </a:lstStyle>
          <a:p>
            <a:pPr marL="0" lvl="0" indent="0" algn="l" rtl="0">
              <a:spcBef>
                <a:spcPts val="0"/>
              </a:spcBef>
              <a:spcAft>
                <a:spcPts val="0"/>
              </a:spcAft>
              <a:buNone/>
            </a:pPr>
            <a:fld id="{00000000-1234-1234-1234-123412341234}" type="slidenum">
              <a:rPr lang="en-US"/>
              <a:t>‹Nº›</a:t>
            </a:fld>
            <a:endParaRPr/>
          </a:p>
        </p:txBody>
      </p:sp>
      <p:sp>
        <p:nvSpPr>
          <p:cNvPr id="23" name="Google Shape;23;p4"/>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Urbanist"/>
                <a:ea typeface="Urbanist"/>
                <a:cs typeface="Urbanist"/>
                <a:sym typeface="Urbanist"/>
              </a:rPr>
              <a:t>Future</a:t>
            </a:r>
            <a:r>
              <a:rPr lang="en-US" sz="1200" b="0" i="0" u="none" strike="noStrike" cap="none">
                <a:solidFill>
                  <a:srgbClr val="7068F4"/>
                </a:solidFill>
                <a:latin typeface="Urbanist"/>
                <a:ea typeface="Urbanist"/>
                <a:cs typeface="Urbanist"/>
                <a:sym typeface="Urbanist"/>
              </a:rPr>
              <a:t>Proofing</a:t>
            </a:r>
            <a:r>
              <a:rPr lang="en-US" sz="1200" b="0" i="0" u="none" strike="noStrike" cap="none">
                <a:solidFill>
                  <a:srgbClr val="000000"/>
                </a:solidFill>
                <a:latin typeface="Urbanist"/>
                <a:ea typeface="Urbanist"/>
                <a:cs typeface="Urbanist"/>
                <a:sym typeface="Urbanist"/>
              </a:rPr>
              <a:t>.Dev</a:t>
            </a:r>
            <a:endParaRPr sz="1200" b="0" i="1" u="none" strike="noStrike" cap="none">
              <a:solidFill>
                <a:srgbClr val="7068F4"/>
              </a:solidFill>
              <a:latin typeface="Urbanist"/>
              <a:ea typeface="Urbanist"/>
              <a:cs typeface="Urbanist"/>
              <a:sym typeface="Urbanist"/>
            </a:endParaRPr>
          </a:p>
        </p:txBody>
      </p:sp>
      <p:sp>
        <p:nvSpPr>
          <p:cNvPr id="24" name="Google Shape;24;p4"/>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999999"/>
                </a:solidFill>
                <a:latin typeface="Urbanist"/>
                <a:ea typeface="Urbanist"/>
                <a:cs typeface="Urbanist"/>
                <a:sym typeface="Urbanist"/>
              </a:rPr>
              <a:t>Private &amp; Confidential</a:t>
            </a:r>
            <a:endParaRPr sz="1200" b="0" i="1" u="none" strike="noStrike" cap="none">
              <a:solidFill>
                <a:srgbClr val="999999"/>
              </a:solidFill>
              <a:latin typeface="Urbanist"/>
              <a:ea typeface="Urbanist"/>
              <a:cs typeface="Urbanist"/>
              <a:sym typeface="Urbanist"/>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sp>
        <p:nvSpPr>
          <p:cNvPr id="30" name="Google Shape;30;p5"/>
          <p:cNvSpPr txBox="1"/>
          <p:nvPr/>
        </p:nvSpPr>
        <p:spPr>
          <a:xfrm>
            <a:off x="801350" y="490725"/>
            <a:ext cx="9926700" cy="1169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a:buNone/>
            </a:pPr>
            <a:r>
              <a:rPr lang="en-US" sz="4400">
                <a:latin typeface="Urbanist Medium"/>
                <a:ea typeface="Urbanist Medium"/>
                <a:cs typeface="Urbanist Medium"/>
                <a:sym typeface="Urbanist Medium"/>
              </a:rPr>
              <a:t>Name</a:t>
            </a:r>
            <a:r>
              <a:rPr lang="en-US" sz="4400" b="0" i="0" u="none" strike="noStrike" cap="none">
                <a:solidFill>
                  <a:srgbClr val="000000"/>
                </a:solidFill>
                <a:latin typeface="Urbanist Medium"/>
                <a:ea typeface="Urbanist Medium"/>
                <a:cs typeface="Urbanist Medium"/>
                <a:sym typeface="Urbanist Medium"/>
              </a:rPr>
              <a:t>’s </a:t>
            </a:r>
            <a:r>
              <a:rPr lang="en-US" sz="4400" b="0" i="0" u="none" strike="noStrike" cap="none">
                <a:solidFill>
                  <a:srgbClr val="7068F4"/>
                </a:solidFill>
                <a:latin typeface="Urbanist Medium"/>
                <a:ea typeface="Urbanist Medium"/>
                <a:cs typeface="Urbanist Medium"/>
                <a:sym typeface="Urbanist Medium"/>
              </a:rPr>
              <a:t>Deck</a:t>
            </a:r>
            <a:endParaRPr sz="6400" b="0" i="1" u="none" strike="noStrike" cap="none">
              <a:solidFill>
                <a:srgbClr val="7068F4"/>
              </a:solidFill>
              <a:latin typeface="Urbanist Medium"/>
              <a:ea typeface="Urbanist Medium"/>
              <a:cs typeface="Urbanist Medium"/>
              <a:sym typeface="Urbanist Medium"/>
            </a:endParaRPr>
          </a:p>
        </p:txBody>
      </p:sp>
      <p:sp>
        <p:nvSpPr>
          <p:cNvPr id="31" name="Google Shape;31;p5"/>
          <p:cNvSpPr txBox="1"/>
          <p:nvPr/>
        </p:nvSpPr>
        <p:spPr>
          <a:xfrm>
            <a:off x="803100" y="7514200"/>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Urbanist"/>
                <a:ea typeface="Urbanist"/>
                <a:cs typeface="Urbanist"/>
                <a:sym typeface="Urbanist"/>
              </a:rPr>
              <a:t>Future</a:t>
            </a:r>
            <a:r>
              <a:rPr lang="en-US" sz="2400" b="0" i="0" u="none" strike="noStrike" cap="none">
                <a:solidFill>
                  <a:srgbClr val="7068F4"/>
                </a:solidFill>
                <a:latin typeface="Urbanist"/>
                <a:ea typeface="Urbanist"/>
                <a:cs typeface="Urbanist"/>
                <a:sym typeface="Urbanist"/>
              </a:rPr>
              <a:t>Proofing</a:t>
            </a:r>
            <a:r>
              <a:rPr lang="en-US" sz="2400" b="0" i="0" u="none" strike="noStrike" cap="none">
                <a:solidFill>
                  <a:srgbClr val="000000"/>
                </a:solidFill>
                <a:latin typeface="Urbanist"/>
                <a:ea typeface="Urbanist"/>
                <a:cs typeface="Urbanist"/>
                <a:sym typeface="Urbanist"/>
              </a:rPr>
              <a:t>.Dev</a:t>
            </a:r>
            <a:endParaRPr sz="2400" b="0" i="1" u="none" strike="noStrike" cap="none">
              <a:solidFill>
                <a:srgbClr val="7068F4"/>
              </a:solidFill>
              <a:latin typeface="Urbanist"/>
              <a:ea typeface="Urbanist"/>
              <a:cs typeface="Urbanist"/>
              <a:sym typeface="Urbanist"/>
            </a:endParaRPr>
          </a:p>
        </p:txBody>
      </p:sp>
      <p:sp>
        <p:nvSpPr>
          <p:cNvPr id="32" name="Google Shape;32;p5"/>
          <p:cNvSpPr/>
          <p:nvPr/>
        </p:nvSpPr>
        <p:spPr>
          <a:xfrm>
            <a:off x="3344000" y="5537188"/>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5"/>
          <p:cNvSpPr txBox="1"/>
          <p:nvPr/>
        </p:nvSpPr>
        <p:spPr>
          <a:xfrm>
            <a:off x="885550" y="1601100"/>
            <a:ext cx="12943500" cy="2693558"/>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000"/>
              </a:spcBef>
              <a:spcAft>
                <a:spcPts val="0"/>
              </a:spcAft>
              <a:buClr>
                <a:srgbClr val="000000"/>
              </a:buClr>
              <a:buSzPts val="1800"/>
              <a:buFont typeface="Arial"/>
              <a:buNone/>
            </a:pPr>
            <a:r>
              <a:rPr lang="en-US" sz="1800" b="1" dirty="0">
                <a:solidFill>
                  <a:schemeClr val="dk1"/>
                </a:solidFill>
                <a:latin typeface="Urbanist"/>
                <a:ea typeface="Urbanist"/>
                <a:cs typeface="Urbanist"/>
                <a:sym typeface="Urbanist"/>
              </a:rPr>
              <a:t>Backend AI Engineer &amp; Software Engineer</a:t>
            </a:r>
            <a:endParaRPr sz="1800" b="1" dirty="0">
              <a:solidFill>
                <a:schemeClr val="dk1"/>
              </a:solidFill>
              <a:latin typeface="Urbanist"/>
              <a:ea typeface="Urbanist"/>
              <a:cs typeface="Urbanist"/>
              <a:sym typeface="Urbanist"/>
            </a:endParaRPr>
          </a:p>
          <a:p>
            <a:pPr marR="3505200" lvl="0">
              <a:lnSpc>
                <a:spcPct val="115000"/>
              </a:lnSpc>
              <a:buSzPts val="1800"/>
            </a:pPr>
            <a:r>
              <a:rPr lang="en-US" sz="1800" dirty="0">
                <a:solidFill>
                  <a:schemeClr val="dk1"/>
                </a:solidFill>
                <a:latin typeface="Urbanist Light"/>
                <a:ea typeface="Urbanist Light"/>
                <a:cs typeface="Urbanist Light"/>
                <a:sym typeface="Urbanist Light"/>
              </a:rPr>
              <a:t>AI-native security-focused engineer with strong experience building AI-powered agents and automating security workflows across AWS environments. Combines cybersecurity depth with hands-on software engineering and AI integrations.</a:t>
            </a:r>
            <a:r>
              <a:rPr lang="en-US" sz="1800" dirty="0" err="1">
                <a:solidFill>
                  <a:schemeClr val="dk1"/>
                </a:solidFill>
                <a:latin typeface="Urbanist Light"/>
                <a:ea typeface="Urbanist Light"/>
                <a:cs typeface="Urbanist Light"/>
                <a:sym typeface="Urbanist Light"/>
              </a:rPr>
              <a:t/>
            </a:r>
            <a:r>
              <a:rPr lang="en-US" sz="1800" dirty="0">
                <a:solidFill>
                  <a:schemeClr val="dk1"/>
                </a:solidFill>
                <a:latin typeface="Urbanist Light"/>
                <a:ea typeface="Urbanist Light"/>
                <a:cs typeface="Urbanist Light"/>
                <a:sym typeface="Urbanist Light"/>
              </a:rPr>
              <a:t/>
            </a:r>
            <a:endParaRPr sz="1800" dirty="0">
              <a:solidFill>
                <a:schemeClr val="dk1"/>
              </a:solidFill>
              <a:latin typeface="Urbanist Light"/>
              <a:ea typeface="Urbanist Light"/>
              <a:cs typeface="Urbanist Light"/>
              <a:sym typeface="Urbanist Light"/>
            </a:endParaRPr>
          </a:p>
          <a:p>
            <a:pPr lvl="0">
              <a:lnSpc>
                <a:spcPct val="115000"/>
              </a:lnSpc>
              <a:spcBef>
                <a:spcPts val="1200"/>
              </a:spcBef>
              <a:buClr>
                <a:schemeClr val="dk1"/>
              </a:buClr>
              <a:buSzPts val="1100"/>
            </a:pPr>
            <a:r>
              <a:rPr lang="en-US" sz="1800" dirty="0">
                <a:solidFill>
                  <a:schemeClr val="dk1"/>
                </a:solidFill>
                <a:latin typeface="Urbanist Light"/>
                <a:ea typeface="Urbanist Light"/>
                <a:cs typeface="Urbanist Light"/>
                <a:sym typeface="Urbanist Light"/>
              </a:rPr>
              <a:t>Marcelo Pacheco Alvaro is continuing to grow across diverse industries partnered with Futureproofing.</a:t>
            </a:r>
            <a:r>
              <a:rPr lang="en-US" sz="1800" dirty="0" err="1">
                <a:solidFill>
                  <a:schemeClr val="dk1"/>
                </a:solidFill>
                <a:latin typeface="Urbanist Light"/>
                <a:ea typeface="Urbanist Light"/>
                <a:cs typeface="Urbanist Light"/>
                <a:sym typeface="Urbanist Light"/>
              </a:rPr>
              <a:t/>
            </a:r>
            <a:r>
              <a:rPr lang="en-US" sz="1800" dirty="0">
                <a:solidFill>
                  <a:schemeClr val="dk1"/>
                </a:solidFill>
                <a:latin typeface="Urbanist Light"/>
                <a:ea typeface="Urbanist Light"/>
                <a:cs typeface="Urbanist Light"/>
                <a:sym typeface="Urbanist Light"/>
              </a:rPr>
              <a:t/>
            </a:r>
            <a:endParaRPr sz="1100" dirty="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1800" dirty="0">
              <a:solidFill>
                <a:schemeClr val="dk1"/>
              </a:solidFill>
              <a:latin typeface="Urbanist Light"/>
              <a:ea typeface="Urbanist Light"/>
              <a:cs typeface="Urbanist Light"/>
              <a:sym typeface="Urbanist Light"/>
            </a:endParaRPr>
          </a:p>
          <a:p>
            <a:pPr marL="0" marR="3505200" lvl="0" indent="0" algn="l" rtl="0">
              <a:lnSpc>
                <a:spcPct val="115000"/>
              </a:lnSpc>
              <a:spcBef>
                <a:spcPts val="1200"/>
              </a:spcBef>
              <a:spcAft>
                <a:spcPts val="0"/>
              </a:spcAft>
              <a:buClr>
                <a:srgbClr val="000000"/>
              </a:buClr>
              <a:buSzPts val="1800"/>
              <a:buFont typeface="Arial"/>
              <a:buNone/>
            </a:pPr>
            <a:endParaRPr sz="1800" dirty="0">
              <a:solidFill>
                <a:schemeClr val="dk1"/>
              </a:solidFill>
              <a:latin typeface="Urbanist Light"/>
              <a:ea typeface="Urbanist Light"/>
              <a:cs typeface="Urbanist Light"/>
              <a:sym typeface="Urbanist Light"/>
            </a:endParaRPr>
          </a:p>
          <a:p>
            <a:pPr marL="0" marR="3505200" lvl="0" indent="0" algn="l" rtl="0">
              <a:lnSpc>
                <a:spcPct val="115000"/>
              </a:lnSpc>
              <a:spcBef>
                <a:spcPts val="1500"/>
              </a:spcBef>
              <a:spcAft>
                <a:spcPts val="0"/>
              </a:spcAft>
              <a:buClr>
                <a:srgbClr val="000000"/>
              </a:buClr>
              <a:buSzPts val="1800"/>
              <a:buFont typeface="Arial"/>
              <a:buNone/>
            </a:pPr>
            <a:endParaRPr sz="1800" dirty="0">
              <a:solidFill>
                <a:schemeClr val="dk1"/>
              </a:solidFill>
              <a:latin typeface="Urbanist Light"/>
              <a:ea typeface="Urbanist Light"/>
              <a:cs typeface="Urbanist Light"/>
              <a:sym typeface="Urbanist Light"/>
            </a:endParaRPr>
          </a:p>
        </p:txBody>
      </p:sp>
      <p:grpSp>
        <p:nvGrpSpPr>
          <p:cNvPr id="34" name="Google Shape;34;p5"/>
          <p:cNvGrpSpPr/>
          <p:nvPr/>
        </p:nvGrpSpPr>
        <p:grpSpPr>
          <a:xfrm>
            <a:off x="803100" y="2903449"/>
            <a:ext cx="7914730" cy="2734426"/>
            <a:chOff x="1518223" y="2327475"/>
            <a:chExt cx="7424700" cy="2565126"/>
          </a:xfrm>
        </p:grpSpPr>
        <p:sp>
          <p:nvSpPr>
            <p:cNvPr id="35" name="Google Shape;35;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a:buNone/>
              </a:pPr>
              <a:r>
                <a:rPr lang="en-US" sz="2558" b="0" i="0" u="none" strike="noStrike" cap="none">
                  <a:solidFill>
                    <a:srgbClr val="7068F4"/>
                  </a:solidFill>
                  <a:latin typeface="Urbanist Medium"/>
                  <a:ea typeface="Urbanist Medium"/>
                  <a:cs typeface="Urbanist Medium"/>
                  <a:sym typeface="Urbanist Medium"/>
                </a:rPr>
                <a:t>Deep AI Experience</a:t>
              </a:r>
              <a:endParaRPr sz="1439" b="1" i="0" u="none" strike="noStrike" cap="none">
                <a:solidFill>
                  <a:srgbClr val="2D3748"/>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172"/>
                <a:buFont typeface="Arial"/>
                <a:buNone/>
              </a:pPr>
              <a:endParaRPr sz="1172"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p:txBody>
        </p:sp>
        <p:sp>
          <p:nvSpPr>
            <p:cNvPr id="36" name="Google Shape;36;p5"/>
            <p:cNvSpPr txBox="1"/>
            <p:nvPr/>
          </p:nvSpPr>
          <p:spPr>
            <a:xfrm>
              <a:off x="1518223" y="2894094"/>
              <a:ext cx="7424700" cy="1998507"/>
            </a:xfrm>
            <a:prstGeom prst="rect">
              <a:avLst/>
            </a:prstGeom>
            <a:noFill/>
            <a:ln>
              <a:noFill/>
            </a:ln>
          </p:spPr>
          <p:txBody>
            <a:bodyPr spcFirstLastPara="1" wrap="square" lIns="97450" tIns="97450" rIns="97450" bIns="97450" anchor="t" anchorCtr="0">
              <a:spAutoFit/>
            </a:bodyPr>
            <a:lstStyle/>
            <a:p>
              <a:pPr marL="487367" lvl="0" indent="-351988">
                <a:lnSpc>
                  <a:spcPct val="115000"/>
                </a:lnSpc>
                <a:buClr>
                  <a:schemeClr val="dk1"/>
                </a:buClr>
                <a:buSzPts val="1706"/>
                <a:buFont typeface="Urbanist Light"/>
                <a:buChar char="●"/>
              </a:pPr>
              <a:r>
                <a:rPr lang="en-US" sz="1704" dirty="0">
                  <a:solidFill>
                    <a:schemeClr val="dk1"/>
                  </a:solidFill>
                  <a:latin typeface="Urbanist Light"/>
                  <a:ea typeface="Urbanist Light"/>
                  <a:cs typeface="Urbanist Light"/>
                  <a:sym typeface="Urbanist Light"/>
                </a:rPr>
                <a:t>AI-powered Penetration Testing Agent</a:t>
              </a:r>
            </a:p>
            <a:p>
              <a:pPr marL="487367" indent="-351988">
                <a:lnSpc>
                  <a:spcPct val="115000"/>
                </a:lnSpc>
                <a:buClr>
                  <a:schemeClr val="dk1"/>
                </a:buClr>
                <a:buSzPts val="1706"/>
                <a:buFont typeface="Urbanist Light"/>
                <a:buChar char="●"/>
              </a:pPr>
              <a:r>
                <a:rPr lang="en-US" sz="1704" dirty="0">
                  <a:solidFill>
                    <a:schemeClr val="dk1"/>
                  </a:solidFill>
                  <a:latin typeface="Urbanist Light"/>
                  <a:ea typeface="Urbanist Light"/>
                  <a:cs typeface="Urbanist Light"/>
                  <a:sym typeface="Urbanist Light"/>
                </a:rPr>
                <a:t>Automation of Security Workflows with ChatGPT API</a:t>
              </a:r>
            </a:p>
            <a:p>
              <a:pPr marL="487367" indent="-351988">
                <a:lnSpc>
                  <a:spcPct val="115000"/>
                </a:lnSpc>
                <a:buClr>
                  <a:schemeClr val="dk1"/>
                </a:buClr>
                <a:buSzPts val="1706"/>
                <a:buFont typeface="Urbanist Light"/>
                <a:buChar char="●"/>
              </a:pPr>
              <a:r>
                <a:rPr lang="en-US" sz="1704" dirty="0">
                  <a:solidFill>
                    <a:schemeClr val="dk1"/>
                  </a:solidFill>
                  <a:latin typeface="Urbanist Light"/>
                  <a:ea typeface="Urbanist Light"/>
                  <a:cs typeface="Urbanist Light"/>
                  <a:sym typeface="Urbanist Light"/>
                </a:rPr>
                <a:t>Python-based Security Tooling &amp; Scripting</a:t>
              </a:r>
            </a:p>
            <a:p>
              <a:pPr marL="487367" indent="-351988">
                <a:lnSpc>
                  <a:spcPct val="115000"/>
                </a:lnSpc>
                <a:buClr>
                  <a:schemeClr val="dk1"/>
                </a:buClr>
                <a:buSzPts val="1706"/>
                <a:buFont typeface="Urbanist Light"/>
                <a:buChar char="●"/>
              </a:pPr>
              <a:r>
                <a:rPr lang="en-US" sz="1704" dirty="0">
                  <a:solidFill>
                    <a:schemeClr val="dk1"/>
                  </a:solidFill>
                  <a:latin typeface="Urbanist Light"/>
                  <a:ea typeface="Urbanist Light"/>
                  <a:cs typeface="Urbanist Light"/>
                  <a:sym typeface="Urbanist Light"/>
                </a:rPr>
                <a:t>AI-assisted Vulnerability Analysis &amp; Detection</a:t>
              </a:r>
            </a:p>
            <a:p>
              <a:pPr marL="487367" lvl="0" indent="-351988">
                <a:lnSpc>
                  <a:spcPct val="115000"/>
                </a:lnSpc>
                <a:buClr>
                  <a:schemeClr val="dk1"/>
                </a:buClr>
                <a:buSzPts val="1706"/>
                <a:buFont typeface="Urbanist Light"/>
                <a:buChar char="●"/>
              </a:pPr>
              <a:endParaRPr sz="1100" b="0" i="0" u="none" strike="noStrike" cap="none" dirty="0">
                <a:solidFill>
                  <a:schemeClr val="dk1"/>
                </a:solidFill>
                <a:latin typeface="Arial"/>
                <a:ea typeface="Arial"/>
                <a:cs typeface="Arial"/>
                <a:sym typeface="Arial"/>
              </a:endParaRPr>
            </a:p>
            <a:p>
              <a:pPr marL="487367" marR="0" lvl="0" indent="0" algn="l" rtl="0">
                <a:lnSpc>
                  <a:spcPct val="115000"/>
                </a:lnSpc>
                <a:spcBef>
                  <a:spcPts val="853"/>
                </a:spcBef>
                <a:spcAft>
                  <a:spcPts val="853"/>
                </a:spcAft>
                <a:buClr>
                  <a:srgbClr val="000000"/>
                </a:buClr>
                <a:buSzPts val="1705"/>
                <a:buFont typeface="Arial"/>
                <a:buNone/>
              </a:pPr>
              <a:endParaRPr sz="1704" b="0" i="0" u="none" strike="noStrike" cap="none" dirty="0">
                <a:solidFill>
                  <a:schemeClr val="dk1"/>
                </a:solidFill>
                <a:latin typeface="Urbanist Light"/>
                <a:ea typeface="Urbanist Light"/>
                <a:cs typeface="Urbanist Light"/>
                <a:sym typeface="Urbanist Light"/>
              </a:endParaRPr>
            </a:p>
          </p:txBody>
        </p:sp>
      </p:grpSp>
      <p:grpSp>
        <p:nvGrpSpPr>
          <p:cNvPr id="37" name="Google Shape;37;p5"/>
          <p:cNvGrpSpPr/>
          <p:nvPr/>
        </p:nvGrpSpPr>
        <p:grpSpPr>
          <a:xfrm>
            <a:off x="803100" y="4872698"/>
            <a:ext cx="9198727" cy="2308925"/>
            <a:chOff x="1518223" y="2327475"/>
            <a:chExt cx="8629200" cy="2165969"/>
          </a:xfrm>
        </p:grpSpPr>
        <p:sp>
          <p:nvSpPr>
            <p:cNvPr id="38" name="Google Shape;38;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a:buNone/>
              </a:pPr>
              <a:r>
                <a:rPr lang="en-US" sz="2558" b="0" i="0" u="none" strike="noStrike" cap="none">
                  <a:solidFill>
                    <a:srgbClr val="7068F4"/>
                  </a:solidFill>
                  <a:latin typeface="Urbanist Medium"/>
                  <a:ea typeface="Urbanist Medium"/>
                  <a:cs typeface="Urbanist Medium"/>
                  <a:sym typeface="Urbanist Medium"/>
                </a:rPr>
                <a:t>Key Achievements</a:t>
              </a:r>
              <a:endParaRPr sz="1439" b="1" i="0" u="none" strike="noStrike" cap="none">
                <a:solidFill>
                  <a:srgbClr val="2D3748"/>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172"/>
                <a:buFont typeface="Arial"/>
                <a:buNone/>
              </a:pPr>
              <a:endParaRPr sz="1172"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p:txBody>
        </p:sp>
        <p:sp>
          <p:nvSpPr>
            <p:cNvPr id="39" name="Google Shape;39;p5"/>
            <p:cNvSpPr txBox="1"/>
            <p:nvPr/>
          </p:nvSpPr>
          <p:spPr>
            <a:xfrm>
              <a:off x="1518223" y="2894094"/>
              <a:ext cx="8629200" cy="1599350"/>
            </a:xfrm>
            <a:prstGeom prst="rect">
              <a:avLst/>
            </a:prstGeom>
            <a:noFill/>
            <a:ln>
              <a:noFill/>
            </a:ln>
          </p:spPr>
          <p:txBody>
            <a:bodyPr spcFirstLastPara="1" wrap="square" lIns="97450" tIns="97450" rIns="97450" bIns="97450" anchor="t" anchorCtr="0">
              <a:spAutoFit/>
            </a:bodyPr>
            <a:lstStyle/>
            <a:p>
              <a:pPr marL="487367" lvl="0" indent="-351987">
                <a:lnSpc>
                  <a:spcPct val="115000"/>
                </a:lnSpc>
                <a:buClr>
                  <a:schemeClr val="dk1"/>
                </a:buClr>
                <a:buSzPts val="1706"/>
                <a:buFont typeface="Urbanist Light"/>
                <a:buChar char="●"/>
              </a:pPr>
              <a:r>
                <a:rPr lang="en-US" sz="1704" dirty="0">
                  <a:solidFill>
                    <a:schemeClr val="dk1"/>
                  </a:solidFill>
                  <a:latin typeface="Urbanist Light"/>
                  <a:ea typeface="Urbanist Light"/>
                  <a:cs typeface="Urbanist Light"/>
                  <a:sym typeface="Urbanist Light"/>
                </a:rPr>
                <a:t>Cloud Security Architecture (AWS, GCP, Azure)</a:t>
              </a:r>
            </a:p>
            <a:p>
              <a:pPr marL="487367" indent="-351987">
                <a:lnSpc>
                  <a:spcPct val="115000"/>
                </a:lnSpc>
                <a:buClr>
                  <a:schemeClr val="dk1"/>
                </a:buClr>
                <a:buSzPts val="1706"/>
                <a:buFont typeface="Urbanist Light"/>
                <a:buChar char="●"/>
              </a:pPr>
              <a:r>
                <a:rPr lang="en-US" sz="1704" dirty="0">
                  <a:solidFill>
                    <a:schemeClr val="dk1"/>
                  </a:solidFill>
                  <a:latin typeface="Urbanist Light"/>
                  <a:ea typeface="Urbanist Light"/>
                  <a:cs typeface="Urbanist Light"/>
                  <a:sym typeface="Urbanist Light"/>
                </a:rPr>
                <a:t>DevSecOps &amp; CI/CD Automation (GitHub Actions, Jenkins)</a:t>
              </a:r>
            </a:p>
            <a:p>
              <a:pPr marL="487367" indent="-351987">
                <a:lnSpc>
                  <a:spcPct val="115000"/>
                </a:lnSpc>
                <a:buClr>
                  <a:schemeClr val="dk1"/>
                </a:buClr>
                <a:buSzPts val="1706"/>
                <a:buFont typeface="Urbanist Light"/>
                <a:buChar char="●"/>
              </a:pPr>
              <a:r>
                <a:rPr lang="en-US" sz="1704" dirty="0">
                  <a:solidFill>
                    <a:schemeClr val="dk1"/>
                  </a:solidFill>
                  <a:latin typeface="Urbanist Light"/>
                  <a:ea typeface="Urbanist Light"/>
                  <a:cs typeface="Urbanist Light"/>
                  <a:sym typeface="Urbanist Light"/>
                </a:rPr>
                <a:t>Python &amp; JavaScript Development (Node, React, TS)</a:t>
              </a:r>
            </a:p>
            <a:p>
              <a:pPr marL="487367" indent="-351987">
                <a:lnSpc>
                  <a:spcPct val="115000"/>
                </a:lnSpc>
                <a:buClr>
                  <a:schemeClr val="dk1"/>
                </a:buClr>
                <a:buSzPts val="1706"/>
                <a:buFont typeface="Urbanist Light"/>
                <a:buChar char="●"/>
              </a:pPr>
              <a:r>
                <a:rPr lang="en-US" sz="1704" dirty="0">
                  <a:solidFill>
                    <a:schemeClr val="dk1"/>
                  </a:solidFill>
                  <a:latin typeface="Urbanist Light"/>
                  <a:ea typeface="Urbanist Light"/>
                  <a:cs typeface="Urbanist Light"/>
                  <a:sym typeface="Urbanist Light"/>
                </a:rPr>
                <a:t>Ethical Hacking &amp; Threat Modeling</a:t>
              </a:r>
            </a:p>
            <a:p>
              <a:pPr marL="487367" lvl="0" indent="-351987">
                <a:lnSpc>
                  <a:spcPct val="115000"/>
                </a:lnSpc>
                <a:buClr>
                  <a:schemeClr val="dk1"/>
                </a:buClr>
                <a:buSzPts val="1706"/>
                <a:buFont typeface="Urbanist Light"/>
                <a:buChar char="●"/>
              </a:pPr>
              <a:endParaRPr sz="1704" b="0" i="0" u="none" strike="noStrike" cap="none" dirty="0">
                <a:solidFill>
                  <a:schemeClr val="dk1"/>
                </a:solidFill>
                <a:latin typeface="Urbanist Light"/>
                <a:ea typeface="Urbanist Light"/>
                <a:cs typeface="Urbanist Light"/>
                <a:sym typeface="Urbanist Light"/>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6"/>
          <p:cNvSpPr txBox="1"/>
          <p:nvPr/>
        </p:nvSpPr>
        <p:spPr>
          <a:xfrm>
            <a:off x="984825" y="2252075"/>
            <a:ext cx="10682400" cy="1735860"/>
          </a:xfrm>
          <a:prstGeom prst="rect">
            <a:avLst/>
          </a:prstGeom>
          <a:noFill/>
          <a:ln>
            <a:noFill/>
          </a:ln>
        </p:spPr>
        <p:txBody>
          <a:bodyPr spcFirstLastPara="1" wrap="square" lIns="0" tIns="0" rIns="0" bIns="0" anchor="t" anchorCtr="0">
            <a:spAutoFit/>
          </a:bodyPr>
          <a:lstStyle/>
          <a:p>
            <a:pPr lvl="0">
              <a:lnSpc>
                <a:spcPct val="115000"/>
              </a:lnSpc>
              <a:spcBef>
                <a:spcPts val="1200"/>
              </a:spcBef>
              <a:buSzPts val="2400"/>
            </a:pPr>
            <a:r>
              <a:rPr lang="en-US" sz="2400" dirty="0">
                <a:solidFill>
                  <a:schemeClr val="dk1"/>
                </a:solidFill>
                <a:latin typeface="Urbanist Light"/>
                <a:ea typeface="Urbanist Light"/>
                <a:cs typeface="Urbanist Light"/>
                <a:sym typeface="Urbanist Light"/>
              </a:rPr>
              <a:t>Marcelo Pacheco Alvaro represents the convergence of versatility, strong communication, real 0→1 execution, and AI-native development practices.</a:t>
            </a:r>
            <a:r>
              <a:rPr lang="en-US" sz="2400" dirty="0" err="1">
                <a:solidFill>
                  <a:schemeClr val="dk1"/>
                </a:solidFill>
                <a:latin typeface="Urbanist Light"/>
                <a:ea typeface="Urbanist Light"/>
                <a:cs typeface="Urbanist Light"/>
                <a:sym typeface="Urbanist Light"/>
              </a:rPr>
              <a:t/>
            </a:r>
            <a:r>
              <a:rPr lang="en-US" sz="2400" dirty="0">
                <a:solidFill>
                  <a:schemeClr val="dk1"/>
                </a:solidFill>
                <a:latin typeface="Urbanist Light"/>
                <a:ea typeface="Urbanist Light"/>
                <a:cs typeface="Urbanist Light"/>
                <a:sym typeface="Urbanist Light"/>
              </a:rPr>
              <a:t/>
            </a:r>
            <a:r>
              <a:rPr lang="en-US" sz="2400" b="0" i="0" u="none" strike="noStrike" cap="none" dirty="0">
                <a:solidFill>
                  <a:schemeClr val="dk1"/>
                </a:solidFill>
                <a:latin typeface="Urbanist Light"/>
                <a:ea typeface="Urbanist Light"/>
                <a:cs typeface="Urbanist Light"/>
                <a:sym typeface="Urbanist Light"/>
              </a:rPr>
              <a:t/>
            </a:r>
            <a:endParaRPr sz="2400" b="0" i="0" u="none" strike="noStrike" cap="none" dirty="0">
              <a:solidFill>
                <a:schemeClr val="dk1"/>
              </a:solidFill>
              <a:latin typeface="Urbanist Light"/>
              <a:ea typeface="Urbanist Light"/>
              <a:cs typeface="Urbanist Light"/>
              <a:sym typeface="Urbanist Light"/>
            </a:endParaRPr>
          </a:p>
          <a:p>
            <a:pPr marL="0" marR="0" lvl="0" indent="0" algn="l" rtl="0">
              <a:lnSpc>
                <a:spcPct val="115000"/>
              </a:lnSpc>
              <a:spcBef>
                <a:spcPts val="1200"/>
              </a:spcBef>
              <a:spcAft>
                <a:spcPts val="1200"/>
              </a:spcAft>
              <a:buClr>
                <a:srgbClr val="000000"/>
              </a:buClr>
              <a:buSzPts val="2400"/>
              <a:buFont typeface="Arial"/>
              <a:buNone/>
            </a:pPr>
            <a:endParaRPr sz="2400" b="0" i="0" u="none" strike="noStrike" cap="none" dirty="0">
              <a:solidFill>
                <a:schemeClr val="dk1"/>
              </a:solidFill>
              <a:latin typeface="Urbanist Light"/>
              <a:ea typeface="Urbanist Light"/>
              <a:cs typeface="Urbanist Light"/>
              <a:sym typeface="Urbanist Light"/>
            </a:endParaRPr>
          </a:p>
        </p:txBody>
      </p:sp>
      <p:sp>
        <p:nvSpPr>
          <p:cNvPr id="46" name="Google Shape;46;p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t>2</a:t>
            </a:fld>
            <a:endParaRPr/>
          </a:p>
        </p:txBody>
      </p:sp>
      <p:sp>
        <p:nvSpPr>
          <p:cNvPr id="47" name="Google Shape;47;p6"/>
          <p:cNvSpPr txBox="1">
            <a:spLocks noGrp="1"/>
          </p:cNvSpPr>
          <p:nvPr>
            <p:ph type="title"/>
          </p:nvPr>
        </p:nvSpPr>
        <p:spPr>
          <a:xfrm>
            <a:off x="854550" y="875000"/>
            <a:ext cx="12921300" cy="1208700"/>
          </a:xfrm>
          <a:prstGeom prst="rect">
            <a:avLst/>
          </a:prstGeom>
          <a:noFill/>
          <a:ln>
            <a:noFill/>
          </a:ln>
        </p:spPr>
        <p:txBody>
          <a:bodyPr spcFirstLastPara="1" wrap="square" lIns="91425" tIns="91425" rIns="91425" bIns="91425" anchor="t" anchorCtr="0">
            <a:noAutofit/>
          </a:bodyPr>
          <a:lstStyle/>
          <a:p>
            <a:pPr lvl="0"/>
            <a:r>
              <a:rPr lang="en-US" sz="3600" dirty="0"/>
              <a:t>We Review Hundreds of Engineers - Only ~1% Make It This Far. Marcelo Pacheco Alvaro Is One of Them.</a:t>
            </a:r>
            <a:r>
              <a:rPr lang="en-US" sz="3600" dirty="0" err="1"/>
              <a:t/>
            </a:r>
            <a:r>
              <a:rPr lang="en-US" sz="3600" dirty="0"/>
              <a:t/>
            </a:r>
            <a:endParaRPr sz="3600" dirty="0"/>
          </a:p>
        </p:txBody>
      </p:sp>
      <p:grpSp>
        <p:nvGrpSpPr>
          <p:cNvPr id="48" name="Google Shape;48;p6"/>
          <p:cNvGrpSpPr/>
          <p:nvPr/>
        </p:nvGrpSpPr>
        <p:grpSpPr>
          <a:xfrm>
            <a:off x="984825" y="3381850"/>
            <a:ext cx="3981600" cy="3190359"/>
            <a:chOff x="1518225" y="2592750"/>
            <a:chExt cx="3981600" cy="3190359"/>
          </a:xfrm>
        </p:grpSpPr>
        <p:sp>
          <p:nvSpPr>
            <p:cNvPr id="49" name="Google Shape;49;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7068F4"/>
                  </a:solidFill>
                  <a:latin typeface="Urbanist"/>
                  <a:ea typeface="Urbanist"/>
                  <a:cs typeface="Urbanist"/>
                  <a:sym typeface="Urbanist"/>
                </a:rPr>
                <a:t>1</a:t>
              </a:r>
              <a:endParaRPr sz="2400" b="1" i="0" u="none" strike="noStrike" cap="none">
                <a:solidFill>
                  <a:srgbClr val="7068F4"/>
                </a:solidFill>
                <a:latin typeface="Urbanist"/>
                <a:ea typeface="Urbanist"/>
                <a:cs typeface="Urbanist"/>
                <a:sym typeface="Urbanist"/>
              </a:endParaRPr>
            </a:p>
          </p:txBody>
        </p:sp>
        <p:sp>
          <p:nvSpPr>
            <p:cNvPr id="50" name="Google Shape;50;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7068F4"/>
                  </a:solidFill>
                  <a:latin typeface="Urbanist Medium"/>
                  <a:ea typeface="Urbanist Medium"/>
                  <a:cs typeface="Urbanist Medium"/>
                  <a:sym typeface="Urbanist Medium"/>
                </a:rPr>
                <a:t>AI-Driven Builder</a:t>
              </a:r>
              <a:endParaRPr sz="2400" b="0" i="0" u="none" strike="noStrike" cap="none" dirty="0">
                <a:solidFill>
                  <a:srgbClr val="7068F4"/>
                </a:solidFill>
                <a:latin typeface="Urbanist Medium"/>
                <a:ea typeface="Urbanist Medium"/>
                <a:cs typeface="Urbanist Medium"/>
                <a:sym typeface="Urbanist Medium"/>
              </a:endParaRPr>
            </a:p>
          </p:txBody>
        </p:sp>
        <p:sp>
          <p:nvSpPr>
            <p:cNvPr id="51" name="Google Shape;51;p6"/>
            <p:cNvSpPr txBox="1"/>
            <p:nvPr/>
          </p:nvSpPr>
          <p:spPr>
            <a:xfrm>
              <a:off x="1518225" y="4570500"/>
              <a:ext cx="3981600" cy="1212609"/>
            </a:xfrm>
            <a:prstGeom prst="rect">
              <a:avLst/>
            </a:prstGeom>
            <a:noFill/>
            <a:ln>
              <a:noFill/>
            </a:ln>
          </p:spPr>
          <p:txBody>
            <a:bodyPr spcFirstLastPara="1" wrap="square" lIns="91425" tIns="91425" rIns="91425" bIns="91425" anchor="t" anchorCtr="0">
              <a:spAutoFit/>
            </a:bodyPr>
            <a:lstStyle/>
            <a:p>
              <a:pPr lvl="0">
                <a:lnSpc>
                  <a:spcPct val="115000"/>
                </a:lnSpc>
                <a:spcBef>
                  <a:spcPts val="1200"/>
                </a:spcBef>
                <a:buSzPts val="1600"/>
              </a:pPr>
              <a:r>
                <a:rPr lang="en-US" sz="1600" dirty="0">
                  <a:solidFill>
                    <a:schemeClr val="dk1"/>
                  </a:solidFill>
                  <a:latin typeface="Urbanist Light"/>
                  <a:ea typeface="Urbanist Light"/>
                  <a:cs typeface="Urbanist Light"/>
                  <a:sym typeface="Urbanist Light"/>
                </a:rPr>
                <a:t>Built and deployed an AI-powered penetration testing agent and automated multiple security tasks using AI APIs, demonstrating real-world AI integration beyond experimentation.</a:t>
              </a:r>
              <a:endParaRPr sz="1150" b="0" i="0" u="none" strike="noStrike" cap="none" dirty="0">
                <a:solidFill>
                  <a:srgbClr val="2D3748"/>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1600"/>
                <a:buFont typeface="Arial"/>
                <a:buNone/>
              </a:pPr>
              <a:endParaRPr sz="1600" b="1" i="0" u="none" strike="noStrike" cap="none" dirty="0">
                <a:solidFill>
                  <a:schemeClr val="dk1"/>
                </a:solidFill>
                <a:latin typeface="Urbanist"/>
                <a:ea typeface="Urbanist"/>
                <a:cs typeface="Urbanist"/>
                <a:sym typeface="Urbanist"/>
              </a:endParaRPr>
            </a:p>
          </p:txBody>
        </p:sp>
      </p:grpSp>
      <p:grpSp>
        <p:nvGrpSpPr>
          <p:cNvPr id="52" name="Google Shape;52;p6"/>
          <p:cNvGrpSpPr/>
          <p:nvPr/>
        </p:nvGrpSpPr>
        <p:grpSpPr>
          <a:xfrm>
            <a:off x="5586263" y="3381850"/>
            <a:ext cx="3981600" cy="2728695"/>
            <a:chOff x="1518225" y="2592750"/>
            <a:chExt cx="3981600" cy="2728695"/>
          </a:xfrm>
        </p:grpSpPr>
        <p:sp>
          <p:nvSpPr>
            <p:cNvPr id="53" name="Google Shape;53;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7068F4"/>
                  </a:solidFill>
                  <a:latin typeface="Urbanist"/>
                  <a:ea typeface="Urbanist"/>
                  <a:cs typeface="Urbanist"/>
                  <a:sym typeface="Urbanist"/>
                </a:rPr>
                <a:t>2</a:t>
              </a:r>
              <a:endParaRPr sz="2400" b="1" i="0" u="none" strike="noStrike" cap="none">
                <a:solidFill>
                  <a:srgbClr val="7068F4"/>
                </a:solidFill>
                <a:latin typeface="Urbanist"/>
                <a:ea typeface="Urbanist"/>
                <a:cs typeface="Urbanist"/>
                <a:sym typeface="Urbanist"/>
              </a:endParaRPr>
            </a:p>
          </p:txBody>
        </p:sp>
        <p:sp>
          <p:nvSpPr>
            <p:cNvPr id="54" name="Google Shape;54;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7068F4"/>
                  </a:solidFill>
                  <a:latin typeface="Urbanist Medium"/>
                  <a:ea typeface="Urbanist Medium"/>
                  <a:cs typeface="Urbanist Medium"/>
                  <a:sym typeface="Urbanist Medium"/>
                </a:rPr>
                <a:t>Strong Business Perspective</a:t>
              </a:r>
              <a:endParaRPr sz="2400" b="0" i="0" u="none" strike="noStrike" cap="none" dirty="0">
                <a:solidFill>
                  <a:srgbClr val="7068F4"/>
                </a:solidFill>
                <a:latin typeface="Urbanist Medium"/>
                <a:ea typeface="Urbanist Medium"/>
                <a:cs typeface="Urbanist Medium"/>
                <a:sym typeface="Urbanist Medium"/>
              </a:endParaRPr>
            </a:p>
          </p:txBody>
        </p:sp>
        <p:sp>
          <p:nvSpPr>
            <p:cNvPr id="55" name="Google Shape;55;p6"/>
            <p:cNvSpPr txBox="1"/>
            <p:nvPr/>
          </p:nvSpPr>
          <p:spPr>
            <a:xfrm>
              <a:off x="1518225" y="4570500"/>
              <a:ext cx="3981600" cy="750945"/>
            </a:xfrm>
            <a:prstGeom prst="rect">
              <a:avLst/>
            </a:prstGeom>
            <a:noFill/>
            <a:ln>
              <a:noFill/>
            </a:ln>
          </p:spPr>
          <p:txBody>
            <a:bodyPr spcFirstLastPara="1" wrap="square" lIns="91425" tIns="91425" rIns="91425" bIns="91425" anchor="t" anchorCtr="0">
              <a:spAutoFit/>
            </a:bodyPr>
            <a:lstStyle/>
            <a:p>
              <a:pPr lvl="0">
                <a:lnSpc>
                  <a:spcPct val="115000"/>
                </a:lnSpc>
                <a:buSzPts val="1600"/>
              </a:pPr>
              <a:r>
                <a:rPr lang="en-US" sz="1600" dirty="0">
                  <a:solidFill>
                    <a:schemeClr val="dk1"/>
                  </a:solidFill>
                  <a:latin typeface="Urbanist Light"/>
                  <a:ea typeface="Urbanist Light"/>
                  <a:cs typeface="Urbanist Light"/>
                  <a:sym typeface="Urbanist Light"/>
                </a:rPr>
                <a:t>Understands how to design AI agents aligned with business impact, not just technical experimentation. Structured thinking around ROI and automation efficiency.</a:t>
              </a:r>
              <a:endParaRPr sz="1150" b="0" i="0" u="none" strike="noStrike" cap="none" dirty="0">
                <a:solidFill>
                  <a:srgbClr val="2D3748"/>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Urbanist Light"/>
                <a:ea typeface="Urbanist Light"/>
                <a:cs typeface="Urbanist Light"/>
                <a:sym typeface="Urbanist Light"/>
              </a:endParaRPr>
            </a:p>
          </p:txBody>
        </p:sp>
      </p:grpSp>
      <p:grpSp>
        <p:nvGrpSpPr>
          <p:cNvPr id="56" name="Google Shape;56;p6"/>
          <p:cNvGrpSpPr/>
          <p:nvPr/>
        </p:nvGrpSpPr>
        <p:grpSpPr>
          <a:xfrm>
            <a:off x="10187700" y="3381850"/>
            <a:ext cx="3981600" cy="2445540"/>
            <a:chOff x="1518225" y="2592750"/>
            <a:chExt cx="3981600" cy="2445540"/>
          </a:xfrm>
        </p:grpSpPr>
        <p:sp>
          <p:nvSpPr>
            <p:cNvPr id="57" name="Google Shape;57;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7068F4"/>
                  </a:solidFill>
                  <a:latin typeface="Urbanist"/>
                  <a:ea typeface="Urbanist"/>
                  <a:cs typeface="Urbanist"/>
                  <a:sym typeface="Urbanist"/>
                </a:rPr>
                <a:t>3</a:t>
              </a:r>
              <a:endParaRPr sz="2400" b="1" i="0" u="none" strike="noStrike" cap="none">
                <a:solidFill>
                  <a:srgbClr val="7068F4"/>
                </a:solidFill>
                <a:latin typeface="Urbanist"/>
                <a:ea typeface="Urbanist"/>
                <a:cs typeface="Urbanist"/>
                <a:sym typeface="Urbanist"/>
              </a:endParaRPr>
            </a:p>
          </p:txBody>
        </p:sp>
        <p:sp>
          <p:nvSpPr>
            <p:cNvPr id="58" name="Google Shape;58;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Clr>
                  <a:schemeClr val="dk1"/>
                </a:buClr>
                <a:buSzPts val="1100"/>
              </a:pPr>
              <a:r>
                <a:rPr lang="en-US" sz="2400" dirty="0">
                  <a:solidFill>
                    <a:srgbClr val="7068F4"/>
                  </a:solidFill>
                  <a:latin typeface="Urbanist Medium"/>
                  <a:ea typeface="Urbanist Medium"/>
                  <a:cs typeface="Urbanist Medium"/>
                  <a:sym typeface="Urbanist Medium"/>
                </a:rPr>
                <a:t>Structured Communicator</a:t>
              </a:r>
              <a:endParaRPr sz="2400" b="0" i="0" u="none" strike="noStrike" cap="none" dirty="0">
                <a:solidFill>
                  <a:srgbClr val="7068F4"/>
                </a:solidFill>
                <a:latin typeface="Urbanist Medium"/>
                <a:ea typeface="Urbanist Medium"/>
                <a:cs typeface="Urbanist Medium"/>
                <a:sym typeface="Urbanist Medium"/>
              </a:endParaRPr>
            </a:p>
          </p:txBody>
        </p:sp>
        <p:sp>
          <p:nvSpPr>
            <p:cNvPr id="59" name="Google Shape;59;p6"/>
            <p:cNvSpPr txBox="1"/>
            <p:nvPr/>
          </p:nvSpPr>
          <p:spPr>
            <a:xfrm>
              <a:off x="1518225" y="4570500"/>
              <a:ext cx="3981600" cy="467790"/>
            </a:xfrm>
            <a:prstGeom prst="rect">
              <a:avLst/>
            </a:prstGeom>
            <a:noFill/>
            <a:ln>
              <a:noFill/>
            </a:ln>
          </p:spPr>
          <p:txBody>
            <a:bodyPr spcFirstLastPara="1" wrap="square" lIns="91425" tIns="91425" rIns="91425" bIns="91425" anchor="t" anchorCtr="0">
              <a:spAutoFit/>
            </a:bodyPr>
            <a:lstStyle/>
            <a:p>
              <a:pPr lvl="0">
                <a:lnSpc>
                  <a:spcPct val="115000"/>
                </a:lnSpc>
                <a:buClr>
                  <a:schemeClr val="dk1"/>
                </a:buClr>
                <a:buSzPts val="1100"/>
              </a:pPr>
              <a:r>
                <a:rPr lang="en-US" sz="1600" dirty="0">
                  <a:solidFill>
                    <a:schemeClr val="dk1"/>
                  </a:solidFill>
                  <a:latin typeface="Urbanist Light"/>
                  <a:ea typeface="Urbanist Light"/>
                  <a:cs typeface="Urbanist Light"/>
                  <a:sym typeface="Urbanist Light"/>
                </a:rPr>
                <a:t>Clear, organized, and concise in explanations. Demonstrates strong communication even when discussing complex security and AI topics.</a:t>
              </a:r>
              <a:endParaRPr sz="1600" b="0" i="0" u="none" strike="noStrike" cap="none" dirty="0">
                <a:solidFill>
                  <a:schemeClr val="dk1"/>
                </a:solidFill>
                <a:latin typeface="Urbanist Light"/>
                <a:ea typeface="Urbanist Light"/>
                <a:cs typeface="Urbanist Light"/>
                <a:sym typeface="Urbanist Light"/>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7"/>
          <p:cNvSpPr/>
          <p:nvPr/>
        </p:nvSpPr>
        <p:spPr>
          <a:xfrm>
            <a:off x="804025" y="2584350"/>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t>3</a:t>
            </a:fld>
            <a:endParaRPr/>
          </a:p>
        </p:txBody>
      </p:sp>
      <p:sp>
        <p:nvSpPr>
          <p:cNvPr id="67" name="Google Shape;67;p7"/>
          <p:cNvSpPr txBox="1">
            <a:spLocks noGrp="1"/>
          </p:cNvSpPr>
          <p:nvPr>
            <p:ph type="title"/>
          </p:nvPr>
        </p:nvSpPr>
        <p:spPr>
          <a:xfrm>
            <a:off x="854550" y="715353"/>
            <a:ext cx="12921300" cy="1208700"/>
          </a:xfrm>
          <a:prstGeom prst="rect">
            <a:avLst/>
          </a:prstGeom>
          <a:noFill/>
          <a:ln>
            <a:noFill/>
          </a:ln>
        </p:spPr>
        <p:txBody>
          <a:bodyPr spcFirstLastPara="1" wrap="square" lIns="91425" tIns="91425" rIns="91425" bIns="91425" anchor="t" anchorCtr="0">
            <a:noAutofit/>
          </a:bodyPr>
          <a:lstStyle/>
          <a:p>
            <a:pPr lvl="0"/>
            <a:r>
              <a:rPr lang="en-US" dirty="0"/>
              <a:t>Why Marcelo Pacheco Alvaro Beats 99.99% of Applicants</a:t>
            </a:r>
            <a:r>
              <a:rPr lang="en-US" dirty="0" err="1"/>
              <a:t/>
            </a:r>
            <a:r>
              <a:rPr lang="en-US" dirty="0"/>
              <a:t/>
            </a:r>
            <a:endParaRPr dirty="0"/>
          </a:p>
        </p:txBody>
      </p:sp>
      <p:sp>
        <p:nvSpPr>
          <p:cNvPr id="68" name="Google Shape;68;p7"/>
          <p:cNvSpPr txBox="1"/>
          <p:nvPr/>
        </p:nvSpPr>
        <p:spPr>
          <a:xfrm>
            <a:off x="1314250" y="2847250"/>
            <a:ext cx="45414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Urbanist Medium"/>
                <a:ea typeface="Urbanist Medium"/>
                <a:cs typeface="Urbanist Medium"/>
                <a:sym typeface="Urbanist Medium"/>
              </a:rPr>
              <a:t>Clear Communicator</a:t>
            </a:r>
            <a:endParaRPr sz="2400" b="0" i="0" u="none" strike="noStrike" cap="none">
              <a:solidFill>
                <a:srgbClr val="000000"/>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7068F4"/>
                </a:solidFill>
                <a:latin typeface="Urbanist Medium"/>
                <a:ea typeface="Urbanist Medium"/>
                <a:cs typeface="Urbanist Medium"/>
                <a:sym typeface="Urbanist Medium"/>
              </a:rPr>
              <a:t>Extremely organized thinking — often answers follow-ups before being asked. Communicates technical tradeoffs with clarity.</a:t>
            </a:r>
            <a:endParaRPr sz="2000" b="0" i="0" u="none" strike="noStrike" cap="none">
              <a:solidFill>
                <a:srgbClr val="7068F4"/>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7068F4"/>
              </a:solidFill>
              <a:latin typeface="Urbanist"/>
              <a:ea typeface="Urbanist"/>
              <a:cs typeface="Urbanist"/>
              <a:sym typeface="Urbanist"/>
            </a:endParaRPr>
          </a:p>
        </p:txBody>
      </p:sp>
      <p:sp>
        <p:nvSpPr>
          <p:cNvPr id="69" name="Google Shape;69;p7"/>
          <p:cNvSpPr txBox="1"/>
          <p:nvPr/>
        </p:nvSpPr>
        <p:spPr>
          <a:xfrm>
            <a:off x="1314175" y="5169500"/>
            <a:ext cx="4541400" cy="2047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Urbanist Medium"/>
                <a:ea typeface="Urbanist Medium"/>
                <a:cs typeface="Urbanist Medium"/>
                <a:sym typeface="Urbanist Medium"/>
              </a:rPr>
              <a:t>Problem-Solver First</a:t>
            </a:r>
            <a:endParaRPr sz="2300" b="0" i="0" u="none" strike="noStrike" cap="none">
              <a:solidFill>
                <a:srgbClr val="000000"/>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7068F4"/>
                </a:solidFill>
                <a:latin typeface="Urbanist Medium"/>
                <a:ea typeface="Urbanist Medium"/>
                <a:cs typeface="Urbanist Medium"/>
                <a:sym typeface="Urbanist Medium"/>
              </a:rPr>
              <a:t>Approaches ambiguity with structured reasoning, methodical debugging, and strong ownership over outcomes.</a:t>
            </a:r>
            <a:endParaRPr sz="1150" b="0" i="0" u="none" strike="noStrike" cap="none">
              <a:solidFill>
                <a:srgbClr val="4A5568"/>
              </a:solidFill>
              <a:highlight>
                <a:srgbClr val="F8F9FA"/>
              </a:highlight>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7068F4"/>
              </a:solidFill>
              <a:latin typeface="Urbanist"/>
              <a:ea typeface="Urbanist"/>
              <a:cs typeface="Urbanist"/>
              <a:sym typeface="Urbanist"/>
            </a:endParaRPr>
          </a:p>
        </p:txBody>
      </p:sp>
      <p:sp>
        <p:nvSpPr>
          <p:cNvPr id="70" name="Google Shape;70;p7"/>
          <p:cNvSpPr txBox="1"/>
          <p:nvPr/>
        </p:nvSpPr>
        <p:spPr>
          <a:xfrm>
            <a:off x="5757925" y="2847250"/>
            <a:ext cx="4647600" cy="2062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Urbanist Medium"/>
                <a:ea typeface="Urbanist Medium"/>
                <a:cs typeface="Urbanist Medium"/>
                <a:sym typeface="Urbanist Medium"/>
              </a:rPr>
              <a:t>Fast Moving Ownership</a:t>
            </a:r>
            <a:endParaRPr sz="2400" b="0" i="0" u="none" strike="noStrike" cap="none">
              <a:solidFill>
                <a:srgbClr val="000000"/>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7068F4"/>
                </a:solidFill>
                <a:latin typeface="Urbanist Medium"/>
                <a:ea typeface="Urbanist Medium"/>
                <a:cs typeface="Urbanist Medium"/>
                <a:sym typeface="Urbanist Medium"/>
              </a:rPr>
              <a:t>Thrives in environments where he can ship quickly, validate with users, iterate, and scale systems based on real data.</a:t>
            </a:r>
            <a:endParaRPr sz="1150" b="0" i="0" u="none" strike="noStrike" cap="none">
              <a:solidFill>
                <a:srgbClr val="4A5568"/>
              </a:solidFill>
              <a:highlight>
                <a:srgbClr val="F8F9FA"/>
              </a:highlight>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7068F4"/>
              </a:solidFill>
              <a:latin typeface="Urbanist"/>
              <a:ea typeface="Urbanist"/>
              <a:cs typeface="Urbanist"/>
              <a:sym typeface="Urbanist"/>
            </a:endParaRPr>
          </a:p>
        </p:txBody>
      </p:sp>
      <p:sp>
        <p:nvSpPr>
          <p:cNvPr id="71" name="Google Shape;71;p7"/>
          <p:cNvSpPr txBox="1"/>
          <p:nvPr/>
        </p:nvSpPr>
        <p:spPr>
          <a:xfrm>
            <a:off x="5855575" y="5161850"/>
            <a:ext cx="42609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Urbanist Medium"/>
                <a:ea typeface="Urbanist Medium"/>
                <a:cs typeface="Urbanist Medium"/>
                <a:sym typeface="Urbanist Medium"/>
              </a:rPr>
              <a:t>AI-Native Developer</a:t>
            </a:r>
            <a:endParaRPr sz="2400" b="0" i="0" u="none" strike="noStrike" cap="none">
              <a:solidFill>
                <a:srgbClr val="000000"/>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7068F4"/>
                </a:solidFill>
                <a:latin typeface="Urbanist Medium"/>
                <a:ea typeface="Urbanist Medium"/>
                <a:cs typeface="Urbanist Medium"/>
                <a:sym typeface="Urbanist Medium"/>
              </a:rPr>
              <a:t>Uses Cursor, GPT, and generative AI to automate documentation, boilerplate, prompts, and analysis. Demonstrates real applied AI usage</a:t>
            </a:r>
            <a:r>
              <a:rPr lang="en-US" sz="2000">
                <a:solidFill>
                  <a:srgbClr val="7068F4"/>
                </a:solidFill>
                <a:latin typeface="Urbanist Medium"/>
                <a:ea typeface="Urbanist Medium"/>
                <a:cs typeface="Urbanist Medium"/>
                <a:sym typeface="Urbanist Medium"/>
              </a:rPr>
              <a:t>.</a:t>
            </a:r>
            <a:endParaRPr sz="2000" b="0" i="0" u="none" strike="noStrike" cap="none">
              <a:solidFill>
                <a:srgbClr val="7068F4"/>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7068F4"/>
              </a:solidFill>
              <a:latin typeface="Urbanist"/>
              <a:ea typeface="Urbanist"/>
              <a:cs typeface="Urbanist"/>
              <a:sym typeface="Urbanist"/>
            </a:endParaRPr>
          </a:p>
        </p:txBody>
      </p:sp>
      <p:sp>
        <p:nvSpPr>
          <p:cNvPr id="72" name="Google Shape;72;p7"/>
          <p:cNvSpPr/>
          <p:nvPr/>
        </p:nvSpPr>
        <p:spPr>
          <a:xfrm>
            <a:off x="11331850" y="3698550"/>
            <a:ext cx="2633700" cy="23550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7"/>
          <p:cNvSpPr txBox="1"/>
          <p:nvPr/>
        </p:nvSpPr>
        <p:spPr>
          <a:xfrm>
            <a:off x="11682700" y="3952500"/>
            <a:ext cx="1932000" cy="184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Urbanist Medium"/>
                <a:ea typeface="Urbanist Medium"/>
                <a:cs typeface="Urbanist Medium"/>
                <a:sym typeface="Urbanist Medium"/>
              </a:rPr>
              <a:t>We review hundreds of developers for every </a:t>
            </a:r>
            <a:r>
              <a:rPr lang="en-US" sz="1800" b="1" i="0" u="none" strike="noStrike" cap="none">
                <a:solidFill>
                  <a:srgbClr val="7068F4"/>
                </a:solidFill>
                <a:latin typeface="Urbanist"/>
                <a:ea typeface="Urbanist"/>
                <a:cs typeface="Urbanist"/>
                <a:sym typeface="Urbanist"/>
              </a:rPr>
              <a:t>1</a:t>
            </a:r>
            <a:r>
              <a:rPr lang="en-US" sz="1800" b="0" i="0" u="none" strike="noStrike" cap="none">
                <a:solidFill>
                  <a:srgbClr val="000000"/>
                </a:solidFill>
                <a:latin typeface="Urbanist Medium"/>
                <a:ea typeface="Urbanist Medium"/>
                <a:cs typeface="Urbanist Medium"/>
                <a:sym typeface="Urbanist Medium"/>
              </a:rPr>
              <a:t> that makes it to our team</a:t>
            </a:r>
            <a:endParaRPr sz="1800" b="0" i="0" u="none" strike="noStrike" cap="none">
              <a:solidFill>
                <a:srgbClr val="000000"/>
              </a:solidFill>
              <a:latin typeface="Urbanist Medium"/>
              <a:ea typeface="Urbanist Medium"/>
              <a:cs typeface="Urbanist Medium"/>
              <a:sym typeface="Urbanist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8"/>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t>4</a:t>
            </a:fld>
            <a:endParaRPr/>
          </a:p>
        </p:txBody>
      </p:sp>
      <p:sp>
        <p:nvSpPr>
          <p:cNvPr id="80" name="Google Shape;80;p8"/>
          <p:cNvSpPr txBox="1">
            <a:spLocks noGrp="1"/>
          </p:cNvSpPr>
          <p:nvPr>
            <p:ph type="title"/>
          </p:nvPr>
        </p:nvSpPr>
        <p:spPr>
          <a:xfrm>
            <a:off x="854550" y="667575"/>
            <a:ext cx="12921300" cy="1208700"/>
          </a:xfrm>
          <a:prstGeom prst="rect">
            <a:avLst/>
          </a:prstGeom>
          <a:noFill/>
          <a:ln>
            <a:noFill/>
          </a:ln>
        </p:spPr>
        <p:txBody>
          <a:bodyPr spcFirstLastPara="1" wrap="square" lIns="91425" tIns="91425" rIns="91425" bIns="91425" anchor="t" anchorCtr="0">
            <a:noAutofit/>
          </a:bodyPr>
          <a:lstStyle/>
          <a:p>
            <a:pPr lvl="0"/>
            <a:r>
              <a:rPr lang="en-US" sz="4000" dirty="0"/>
              <a:t>Marcelo Pacheco Alvaro Is a Back-End AI-Native Engineer With Production-Level Experience Across Modern Systems</a:t>
            </a:r>
            <a:r>
              <a:rPr lang="en-US" sz="4000" dirty="0" err="1"/>
              <a:t/>
            </a:r>
            <a:r>
              <a:rPr lang="en-US" sz="4000" dirty="0"/>
              <a:t/>
            </a:r>
            <a:endParaRPr sz="4000" dirty="0"/>
          </a:p>
        </p:txBody>
      </p:sp>
      <p:grpSp>
        <p:nvGrpSpPr>
          <p:cNvPr id="81" name="Google Shape;81;p8"/>
          <p:cNvGrpSpPr/>
          <p:nvPr/>
        </p:nvGrpSpPr>
        <p:grpSpPr>
          <a:xfrm>
            <a:off x="956125" y="2573600"/>
            <a:ext cx="3981600" cy="4908182"/>
            <a:chOff x="1518225" y="2592750"/>
            <a:chExt cx="3981600" cy="4908182"/>
          </a:xfrm>
        </p:grpSpPr>
        <p:sp>
          <p:nvSpPr>
            <p:cNvPr id="82" name="Google Shape;82;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7068F4"/>
                  </a:solidFill>
                  <a:latin typeface="Urbanist"/>
                  <a:ea typeface="Urbanist"/>
                  <a:cs typeface="Urbanist"/>
                  <a:sym typeface="Urbanist"/>
                </a:rPr>
                <a:t>1</a:t>
              </a:r>
              <a:endParaRPr sz="2400" b="1" i="0" u="none" strike="noStrike" cap="none">
                <a:solidFill>
                  <a:srgbClr val="7068F4"/>
                </a:solidFill>
                <a:latin typeface="Urbanist"/>
                <a:ea typeface="Urbanist"/>
                <a:cs typeface="Urbanist"/>
                <a:sym typeface="Urbanist"/>
              </a:endParaRPr>
            </a:p>
          </p:txBody>
        </p:sp>
        <p:sp>
          <p:nvSpPr>
            <p:cNvPr id="83" name="Google Shape;83;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7068F4"/>
                  </a:solidFill>
                  <a:latin typeface="Urbanist Medium"/>
                  <a:ea typeface="Urbanist Medium"/>
                  <a:cs typeface="Urbanist Medium"/>
                  <a:sym typeface="Urbanist Medium"/>
                </a:rPr>
                <a:t>Backend &amp; Infrastructure</a:t>
              </a:r>
              <a:endParaRPr sz="2400" b="0" i="0" u="none" strike="noStrike" cap="none">
                <a:solidFill>
                  <a:srgbClr val="7068F4"/>
                </a:solidFill>
                <a:latin typeface="Urbanist Medium"/>
                <a:ea typeface="Urbanist Medium"/>
                <a:cs typeface="Urbanist Medium"/>
                <a:sym typeface="Urbanist Medium"/>
              </a:endParaRPr>
            </a:p>
          </p:txBody>
        </p:sp>
        <p:sp>
          <p:nvSpPr>
            <p:cNvPr id="84" name="Google Shape;84;p8"/>
            <p:cNvSpPr txBox="1"/>
            <p:nvPr/>
          </p:nvSpPr>
          <p:spPr>
            <a:xfrm>
              <a:off x="1518225" y="4176975"/>
              <a:ext cx="3981600" cy="3323957"/>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a:buChar char="-"/>
              </a:pPr>
              <a:r>
                <a:rPr lang="en-US" sz="1800" dirty="0">
                  <a:solidFill>
                    <a:schemeClr val="dk1"/>
                  </a:solidFill>
                  <a:latin typeface="Urbanist Light"/>
                  <a:ea typeface="Urbanist Light"/>
                  <a:cs typeface="Urbanist Light"/>
                  <a:sym typeface="Urbanist Light"/>
                </a:rPr>
                <a:t> </a:t>
              </a:r>
            </a:p>
            <a:p>
              <a:pPr marL="457200" indent="-342900">
                <a:lnSpc>
                  <a:spcPct val="115000"/>
                </a:lnSpc>
                <a:buClr>
                  <a:schemeClr val="dk1"/>
                </a:buClr>
                <a:buSzPts val="1800"/>
                <a:buFont typeface="Urbanist Light"/>
                <a:buChar char="-"/>
              </a:pPr>
              <a:r>
                <a:rPr lang="en-US" sz="1800" dirty="0">
                  <a:solidFill>
                    <a:schemeClr val="dk1"/>
                  </a:solidFill>
                  <a:latin typeface="Urbanist Light"/>
                  <a:ea typeface="Urbanist Light"/>
                  <a:cs typeface="Urbanist Light"/>
                  <a:sym typeface="Urbanist Light"/>
                </a:rPr>
                <a:t> </a:t>
              </a:r>
            </a:p>
            <a:p>
              <a:pPr marL="457200" indent="-342900">
                <a:lnSpc>
                  <a:spcPct val="115000"/>
                </a:lnSpc>
                <a:buClr>
                  <a:schemeClr val="dk1"/>
                </a:buClr>
                <a:buSzPts val="1800"/>
                <a:buFont typeface="Urbanist Light"/>
                <a:buChar char="-"/>
              </a:pPr>
              <a:r>
                <a:rPr lang="en-US" sz="1800" dirty="0">
                  <a:solidFill>
                    <a:schemeClr val="dk1"/>
                  </a:solidFill>
                  <a:latin typeface="Urbanist Light"/>
                  <a:ea typeface="Urbanist Light"/>
                  <a:cs typeface="Urbanist Light"/>
                  <a:sym typeface="Urbanist Light"/>
                </a:rPr>
                <a:t> </a:t>
              </a:r>
            </a:p>
            <a:p>
              <a:pPr marL="457200" indent="-342900">
                <a:lnSpc>
                  <a:spcPct val="115000"/>
                </a:lnSpc>
                <a:buClr>
                  <a:schemeClr val="dk1"/>
                </a:buClr>
                <a:buSzPts val="1800"/>
                <a:buFont typeface="Urbanist Light"/>
                <a:buChar char="-"/>
              </a:pPr>
              <a:r>
                <a:rPr lang="en-US" sz="1800" dirty="0">
                  <a:solidFill>
                    <a:schemeClr val="dk1"/>
                  </a:solidFill>
                  <a:latin typeface="Urbanist Light"/>
                  <a:ea typeface="Urbanist Light"/>
                  <a:cs typeface="Urbanist Light"/>
                  <a:sym typeface="Urbanist Light"/>
                </a:rPr>
                <a:t> </a:t>
              </a:r>
            </a:p>
            <a:p>
              <a:pPr marL="457200" indent="-342900">
                <a:lnSpc>
                  <a:spcPct val="115000"/>
                </a:lnSpc>
                <a:buClr>
                  <a:schemeClr val="dk1"/>
                </a:buClr>
                <a:buSzPts val="1800"/>
                <a:buFont typeface="Urbanist Light"/>
                <a:buChar char="-"/>
              </a:pPr>
              <a:r>
                <a:rPr lang="en-US" sz="1800" dirty="0">
                  <a:solidFill>
                    <a:schemeClr val="dk1"/>
                  </a:solidFill>
                  <a:latin typeface="Urbanist Light"/>
                  <a:ea typeface="Urbanist Light"/>
                  <a:cs typeface="Urbanist Light"/>
                  <a:sym typeface="Urbanist Light"/>
                </a:rPr>
                <a:t> </a:t>
              </a:r>
            </a:p>
            <a:p>
              <a:pPr marL="457200" indent="-342900">
                <a:lnSpc>
                  <a:spcPct val="115000"/>
                </a:lnSpc>
                <a:buClr>
                  <a:schemeClr val="dk1"/>
                </a:buClr>
                <a:buSzPts val="1800"/>
                <a:buFont typeface="Urbanist Light"/>
                <a:buChar char="-"/>
              </a:pPr>
              <a:r>
                <a:rPr lang="en-US" sz="1800" dirty="0">
                  <a:solidFill>
                    <a:schemeClr val="dk1"/>
                  </a:solidFill>
                  <a:latin typeface="Urbanist Light"/>
                  <a:ea typeface="Urbanist Light"/>
                  <a:cs typeface="Urbanist Light"/>
                  <a:sym typeface="Urbanist Light"/>
                </a:rPr>
                <a:t> </a:t>
              </a:r>
            </a:p>
            <a:p>
              <a:pPr marL="457200" indent="-342900">
                <a:lnSpc>
                  <a:spcPct val="115000"/>
                </a:lnSpc>
                <a:buClr>
                  <a:schemeClr val="dk1"/>
                </a:buClr>
                <a:buSzPts val="1800"/>
                <a:buFont typeface="Urbanist Light"/>
                <a:buChar char="-"/>
              </a:pPr>
              <a:endParaRPr lang="en-US" sz="1800" dirty="0">
                <a:solidFill>
                  <a:schemeClr val="dk1"/>
                </a:solidFill>
                <a:latin typeface="Urbanist Light"/>
                <a:ea typeface="Urbanist Light"/>
                <a:cs typeface="Urbanist Light"/>
                <a:sym typeface="Urbanist Light"/>
              </a:endParaRPr>
            </a:p>
            <a:p>
              <a:pPr marL="457200" marR="0" lvl="0" indent="-342900" algn="l" rtl="0">
                <a:lnSpc>
                  <a:spcPct val="115000"/>
                </a:lnSpc>
                <a:spcBef>
                  <a:spcPts val="0"/>
                </a:spcBef>
                <a:spcAft>
                  <a:spcPts val="0"/>
                </a:spcAft>
                <a:buClr>
                  <a:schemeClr val="dk1"/>
                </a:buClr>
                <a:buSzPts val="1800"/>
                <a:buFont typeface="Urbanist Light"/>
                <a:buChar char="-"/>
              </a:pPr>
              <a:endParaRPr sz="1800" b="0" i="0" u="none" strike="noStrike" cap="none" dirty="0">
                <a:solidFill>
                  <a:schemeClr val="dk1"/>
                </a:solidFill>
                <a:latin typeface="Urbanist Light"/>
                <a:ea typeface="Urbanist Light"/>
                <a:cs typeface="Urbanist Light"/>
                <a:sym typeface="Urbanist Light"/>
              </a:endParaRPr>
            </a:p>
            <a:p>
              <a:pPr marL="0" marR="0" lvl="0" indent="0" algn="l" rtl="0">
                <a:lnSpc>
                  <a:spcPct val="115000"/>
                </a:lnSpc>
                <a:spcBef>
                  <a:spcPts val="1200"/>
                </a:spcBef>
                <a:spcAft>
                  <a:spcPts val="1200"/>
                </a:spcAft>
                <a:buClr>
                  <a:srgbClr val="000000"/>
                </a:buClr>
                <a:buSzPts val="1600"/>
                <a:buFont typeface="Arial"/>
                <a:buNone/>
              </a:pPr>
              <a:endParaRPr sz="1600" b="1" i="0" u="none" strike="noStrike" cap="none" dirty="0">
                <a:solidFill>
                  <a:schemeClr val="dk1"/>
                </a:solidFill>
                <a:latin typeface="Urbanist"/>
                <a:ea typeface="Urbanist"/>
                <a:cs typeface="Urbanist"/>
                <a:sym typeface="Urbanist"/>
              </a:endParaRPr>
            </a:p>
          </p:txBody>
        </p:sp>
      </p:grpSp>
      <p:grpSp>
        <p:nvGrpSpPr>
          <p:cNvPr id="85" name="Google Shape;85;p8"/>
          <p:cNvGrpSpPr/>
          <p:nvPr/>
        </p:nvGrpSpPr>
        <p:grpSpPr>
          <a:xfrm>
            <a:off x="5565213" y="2573600"/>
            <a:ext cx="3981600" cy="4623360"/>
            <a:chOff x="1518225" y="2592750"/>
            <a:chExt cx="3981600" cy="4623360"/>
          </a:xfrm>
        </p:grpSpPr>
        <p:sp>
          <p:nvSpPr>
            <p:cNvPr id="86" name="Google Shape;86;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7068F4"/>
                  </a:solidFill>
                  <a:latin typeface="Urbanist"/>
                  <a:ea typeface="Urbanist"/>
                  <a:cs typeface="Urbanist"/>
                  <a:sym typeface="Urbanist"/>
                </a:rPr>
                <a:t>2</a:t>
              </a:r>
              <a:endParaRPr sz="2400" b="1" i="0" u="none" strike="noStrike" cap="none">
                <a:solidFill>
                  <a:srgbClr val="7068F4"/>
                </a:solidFill>
                <a:latin typeface="Urbanist"/>
                <a:ea typeface="Urbanist"/>
                <a:cs typeface="Urbanist"/>
                <a:sym typeface="Urbanist"/>
              </a:endParaRPr>
            </a:p>
          </p:txBody>
        </p:sp>
        <p:sp>
          <p:nvSpPr>
            <p:cNvPr id="87" name="Google Shape;87;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7068F4"/>
                  </a:solidFill>
                  <a:latin typeface="Urbanist Medium"/>
                  <a:ea typeface="Urbanist Medium"/>
                  <a:cs typeface="Urbanist Medium"/>
                  <a:sym typeface="Urbanist Medium"/>
                </a:rPr>
                <a:t>Full-Stack</a:t>
              </a:r>
              <a:endParaRPr sz="2400" b="0" i="0" u="none" strike="noStrike" cap="none">
                <a:solidFill>
                  <a:srgbClr val="7068F4"/>
                </a:solidFill>
                <a:latin typeface="Urbanist Medium"/>
                <a:ea typeface="Urbanist Medium"/>
                <a:cs typeface="Urbanist Medium"/>
                <a:sym typeface="Urbanist Medium"/>
              </a:endParaRPr>
            </a:p>
          </p:txBody>
        </p:sp>
        <p:sp>
          <p:nvSpPr>
            <p:cNvPr id="88" name="Google Shape;88;p8"/>
            <p:cNvSpPr txBox="1"/>
            <p:nvPr/>
          </p:nvSpPr>
          <p:spPr>
            <a:xfrm>
              <a:off x="1518225" y="4176975"/>
              <a:ext cx="3981600" cy="3039135"/>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a:buChar char="-"/>
              </a:pPr>
              <a:r>
                <a:rPr lang="en-US" sz="1800" dirty="0">
                  <a:solidFill>
                    <a:schemeClr val="dk1"/>
                  </a:solidFill>
                  <a:latin typeface="Urbanist Light"/>
                  <a:ea typeface="Urbanist Light"/>
                  <a:cs typeface="Urbanist Light"/>
                  <a:sym typeface="Urbanist Light"/>
                </a:rPr>
                <a:t> </a:t>
              </a:r>
            </a:p>
            <a:p>
              <a:pPr marL="457200" indent="-342900">
                <a:lnSpc>
                  <a:spcPct val="115000"/>
                </a:lnSpc>
                <a:buClr>
                  <a:schemeClr val="dk1"/>
                </a:buClr>
                <a:buSzPts val="1800"/>
                <a:buFont typeface="Urbanist Light"/>
                <a:buChar char="-"/>
              </a:pPr>
              <a:r>
                <a:rPr lang="en-US" sz="1800" dirty="0">
                  <a:solidFill>
                    <a:schemeClr val="dk1"/>
                  </a:solidFill>
                  <a:latin typeface="Urbanist Light"/>
                  <a:ea typeface="Urbanist Light"/>
                  <a:cs typeface="Urbanist Light"/>
                  <a:sym typeface="Urbanist Light"/>
                </a:rPr>
                <a:t> </a:t>
              </a:r>
            </a:p>
            <a:p>
              <a:pPr marL="457200" indent="-342900">
                <a:lnSpc>
                  <a:spcPct val="115000"/>
                </a:lnSpc>
                <a:buClr>
                  <a:schemeClr val="dk1"/>
                </a:buClr>
                <a:buSzPts val="1800"/>
                <a:buFont typeface="Urbanist Light"/>
                <a:buChar char="-"/>
              </a:pPr>
              <a:r>
                <a:rPr lang="en-US" sz="1800" dirty="0">
                  <a:solidFill>
                    <a:schemeClr val="dk1"/>
                  </a:solidFill>
                  <a:latin typeface="Urbanist Light"/>
                  <a:ea typeface="Urbanist Light"/>
                  <a:cs typeface="Urbanist Light"/>
                  <a:sym typeface="Urbanist Light"/>
                </a:rPr>
                <a:t> </a:t>
              </a:r>
            </a:p>
            <a:p>
              <a:pPr marL="457200" indent="-342900">
                <a:lnSpc>
                  <a:spcPct val="115000"/>
                </a:lnSpc>
                <a:buClr>
                  <a:schemeClr val="dk1"/>
                </a:buClr>
                <a:buSzPts val="1800"/>
                <a:buFont typeface="Urbanist Light"/>
                <a:buChar char="-"/>
              </a:pPr>
              <a:r>
                <a:rPr lang="en-US" sz="1800" dirty="0">
                  <a:solidFill>
                    <a:schemeClr val="dk1"/>
                  </a:solidFill>
                  <a:latin typeface="Urbanist Light"/>
                  <a:ea typeface="Urbanist Light"/>
                  <a:cs typeface="Urbanist Light"/>
                  <a:sym typeface="Urbanist Light"/>
                </a:rPr>
                <a:t> </a:t>
              </a:r>
            </a:p>
            <a:p>
              <a:pPr marL="457200" indent="-342900">
                <a:lnSpc>
                  <a:spcPct val="115000"/>
                </a:lnSpc>
                <a:buClr>
                  <a:schemeClr val="dk1"/>
                </a:buClr>
                <a:buSzPts val="1800"/>
                <a:buFont typeface="Urbanist Light"/>
                <a:buChar char="-"/>
              </a:pPr>
              <a:r>
                <a:rPr lang="en-US" sz="1800" dirty="0">
                  <a:solidFill>
                    <a:schemeClr val="dk1"/>
                  </a:solidFill>
                  <a:latin typeface="Urbanist Light"/>
                  <a:ea typeface="Urbanist Light"/>
                  <a:cs typeface="Urbanist Light"/>
                  <a:sym typeface="Urbanist Light"/>
                </a:rPr>
                <a:t> </a:t>
              </a:r>
            </a:p>
            <a:p>
              <a:pPr marL="457200" indent="-342900">
                <a:lnSpc>
                  <a:spcPct val="115000"/>
                </a:lnSpc>
                <a:buClr>
                  <a:schemeClr val="dk1"/>
                </a:buClr>
                <a:buSzPts val="1800"/>
                <a:buFont typeface="Urbanist Light"/>
                <a:buChar char="-"/>
              </a:pPr>
              <a:r>
                <a:rPr lang="en-US" sz="1800" dirty="0">
                  <a:solidFill>
                    <a:schemeClr val="dk1"/>
                  </a:solidFill>
                  <a:latin typeface="Urbanist Light"/>
                  <a:ea typeface="Urbanist Light"/>
                  <a:cs typeface="Urbanist Light"/>
                  <a:sym typeface="Urbanist Light"/>
                </a:rPr>
                <a:t> </a:t>
              </a:r>
            </a:p>
            <a:p>
              <a:pPr marL="457200" indent="-342900">
                <a:lnSpc>
                  <a:spcPct val="115000"/>
                </a:lnSpc>
                <a:buClr>
                  <a:schemeClr val="dk1"/>
                </a:buClr>
                <a:buSzPts val="1800"/>
                <a:buFont typeface="Urbanist Light"/>
                <a:buChar char="-"/>
              </a:pPr>
              <a:endParaRPr sz="1800" b="0" i="0" u="none" strike="noStrike" cap="none" dirty="0">
                <a:solidFill>
                  <a:schemeClr val="dk1"/>
                </a:solidFill>
                <a:latin typeface="Urbanist Light"/>
                <a:ea typeface="Urbanist Light"/>
                <a:cs typeface="Urbanist Light"/>
                <a:sym typeface="Urbanist Light"/>
              </a:endParaRPr>
            </a:p>
            <a:p>
              <a:pPr marL="457200" marR="0" lvl="0" indent="0" algn="l" rtl="0">
                <a:lnSpc>
                  <a:spcPct val="115000"/>
                </a:lnSpc>
                <a:spcBef>
                  <a:spcPts val="0"/>
                </a:spcBef>
                <a:spcAft>
                  <a:spcPts val="0"/>
                </a:spcAft>
                <a:buClr>
                  <a:srgbClr val="000000"/>
                </a:buClr>
                <a:buSzPts val="1350"/>
                <a:buFont typeface="Arial"/>
                <a:buNone/>
              </a:pPr>
              <a:endParaRPr sz="1350" b="0" i="0" u="none" strike="noStrike" cap="none" dirty="0">
                <a:solidFill>
                  <a:srgbClr val="4A5568"/>
                </a:solidFill>
                <a:highlight>
                  <a:srgbClr val="F8F9FA"/>
                </a:highlight>
                <a:latin typeface="Arial"/>
                <a:ea typeface="Arial"/>
                <a:cs typeface="Arial"/>
                <a:sym typeface="Arial"/>
              </a:endParaRPr>
            </a:p>
            <a:p>
              <a:pPr marL="0" marR="0" lvl="0" indent="0" algn="l" rtl="0">
                <a:lnSpc>
                  <a:spcPct val="115000"/>
                </a:lnSpc>
                <a:spcBef>
                  <a:spcPts val="800"/>
                </a:spcBef>
                <a:spcAft>
                  <a:spcPts val="0"/>
                </a:spcAft>
                <a:buClr>
                  <a:srgbClr val="000000"/>
                </a:buClr>
                <a:buSzPts val="1600"/>
                <a:buFont typeface="Arial"/>
                <a:buNone/>
              </a:pPr>
              <a:endParaRPr sz="1600" b="0" i="0" u="none" strike="noStrike" cap="none" dirty="0">
                <a:solidFill>
                  <a:schemeClr val="dk1"/>
                </a:solidFill>
                <a:latin typeface="Urbanist Light"/>
                <a:ea typeface="Urbanist Light"/>
                <a:cs typeface="Urbanist Light"/>
                <a:sym typeface="Urbanist Light"/>
              </a:endParaRPr>
            </a:p>
          </p:txBody>
        </p:sp>
      </p:grpSp>
      <p:grpSp>
        <p:nvGrpSpPr>
          <p:cNvPr id="89" name="Google Shape;89;p8"/>
          <p:cNvGrpSpPr/>
          <p:nvPr/>
        </p:nvGrpSpPr>
        <p:grpSpPr>
          <a:xfrm>
            <a:off x="9386700" y="2573600"/>
            <a:ext cx="3981600" cy="4384448"/>
            <a:chOff x="1518225" y="2592750"/>
            <a:chExt cx="3981600" cy="4384448"/>
          </a:xfrm>
        </p:grpSpPr>
        <p:sp>
          <p:nvSpPr>
            <p:cNvPr id="90" name="Google Shape;90;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7068F4"/>
                  </a:solidFill>
                  <a:latin typeface="Urbanist"/>
                  <a:ea typeface="Urbanist"/>
                  <a:cs typeface="Urbanist"/>
                  <a:sym typeface="Urbanist"/>
                </a:rPr>
                <a:t>3</a:t>
              </a:r>
              <a:endParaRPr sz="2400" b="1" i="0" u="none" strike="noStrike" cap="none">
                <a:solidFill>
                  <a:srgbClr val="7068F4"/>
                </a:solidFill>
                <a:latin typeface="Urbanist"/>
                <a:ea typeface="Urbanist"/>
                <a:cs typeface="Urbanist"/>
                <a:sym typeface="Urbanist"/>
              </a:endParaRPr>
            </a:p>
          </p:txBody>
        </p:sp>
        <p:sp>
          <p:nvSpPr>
            <p:cNvPr id="91" name="Google Shape;91;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7068F4"/>
                  </a:solidFill>
                  <a:latin typeface="Urbanist Medium"/>
                  <a:ea typeface="Urbanist Medium"/>
                  <a:cs typeface="Urbanist Medium"/>
                  <a:sym typeface="Urbanist Medium"/>
                </a:rPr>
                <a:t>AI &amp; Development Tools</a:t>
              </a:r>
              <a:endParaRPr sz="2400" b="0" i="0" u="none" strike="noStrike" cap="none">
                <a:solidFill>
                  <a:srgbClr val="7068F4"/>
                </a:solidFill>
                <a:latin typeface="Urbanist Medium"/>
                <a:ea typeface="Urbanist Medium"/>
                <a:cs typeface="Urbanist Medium"/>
                <a:sym typeface="Urbanist Medium"/>
              </a:endParaRPr>
            </a:p>
          </p:txBody>
        </p:sp>
        <p:sp>
          <p:nvSpPr>
            <p:cNvPr id="92" name="Google Shape;92;p8"/>
            <p:cNvSpPr txBox="1"/>
            <p:nvPr/>
          </p:nvSpPr>
          <p:spPr>
            <a:xfrm>
              <a:off x="1518225" y="4176975"/>
              <a:ext cx="3981600" cy="2800223"/>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a:buChar char="-"/>
              </a:pPr>
              <a:r>
                <a:rPr lang="en-US" sz="1800" dirty="0">
                  <a:solidFill>
                    <a:schemeClr val="dk1"/>
                  </a:solidFill>
                  <a:latin typeface="Urbanist Light"/>
                  <a:ea typeface="Urbanist Light"/>
                  <a:cs typeface="Urbanist Light"/>
                  <a:sym typeface="Urbanist Light"/>
                </a:rPr>
                <a:t> </a:t>
              </a:r>
            </a:p>
            <a:p>
              <a:pPr marL="457200" indent="-342900">
                <a:lnSpc>
                  <a:spcPct val="115000"/>
                </a:lnSpc>
                <a:buClr>
                  <a:schemeClr val="dk1"/>
                </a:buClr>
                <a:buSzPts val="1800"/>
                <a:buFont typeface="Urbanist Light"/>
                <a:buChar char="-"/>
              </a:pPr>
              <a:r>
                <a:rPr lang="en-US" sz="1800" dirty="0">
                  <a:solidFill>
                    <a:schemeClr val="dk1"/>
                  </a:solidFill>
                  <a:latin typeface="Urbanist Light"/>
                  <a:ea typeface="Urbanist Light"/>
                  <a:cs typeface="Urbanist Light"/>
                  <a:sym typeface="Urbanist Light"/>
                </a:rPr>
                <a:t> </a:t>
              </a:r>
            </a:p>
            <a:p>
              <a:pPr marL="457200" indent="-342900">
                <a:lnSpc>
                  <a:spcPct val="115000"/>
                </a:lnSpc>
                <a:buClr>
                  <a:schemeClr val="dk1"/>
                </a:buClr>
                <a:buSzPts val="1800"/>
                <a:buFont typeface="Urbanist Light"/>
                <a:buChar char="-"/>
              </a:pPr>
              <a:r>
                <a:rPr lang="en-US" sz="1800" dirty="0">
                  <a:solidFill>
                    <a:schemeClr val="dk1"/>
                  </a:solidFill>
                  <a:latin typeface="Urbanist Light"/>
                  <a:ea typeface="Urbanist Light"/>
                  <a:cs typeface="Urbanist Light"/>
                  <a:sym typeface="Urbanist Light"/>
                </a:rPr>
                <a:t> </a:t>
              </a:r>
            </a:p>
            <a:p>
              <a:pPr marL="457200" indent="-342900">
                <a:lnSpc>
                  <a:spcPct val="115000"/>
                </a:lnSpc>
                <a:buClr>
                  <a:schemeClr val="dk1"/>
                </a:buClr>
                <a:buSzPts val="1800"/>
                <a:buFont typeface="Urbanist Light"/>
                <a:buChar char="-"/>
              </a:pPr>
              <a:r>
                <a:rPr lang="en-US" sz="1800" dirty="0">
                  <a:solidFill>
                    <a:schemeClr val="dk1"/>
                  </a:solidFill>
                  <a:latin typeface="Urbanist Light"/>
                  <a:ea typeface="Urbanist Light"/>
                  <a:cs typeface="Urbanist Light"/>
                  <a:sym typeface="Urbanist Light"/>
                </a:rPr>
                <a:t> </a:t>
              </a:r>
            </a:p>
            <a:p>
              <a:pPr marL="457200" indent="-342900">
                <a:lnSpc>
                  <a:spcPct val="115000"/>
                </a:lnSpc>
                <a:buClr>
                  <a:schemeClr val="dk1"/>
                </a:buClr>
                <a:buSzPts val="1800"/>
                <a:buFont typeface="Urbanist Light"/>
                <a:buChar char="-"/>
              </a:pPr>
              <a:r>
                <a:rPr lang="en-US" sz="1800" dirty="0">
                  <a:solidFill>
                    <a:schemeClr val="dk1"/>
                  </a:solidFill>
                  <a:latin typeface="Urbanist Light"/>
                  <a:ea typeface="Urbanist Light"/>
                  <a:cs typeface="Urbanist Light"/>
                  <a:sym typeface="Urbanist Light"/>
                </a:rPr>
                <a:t> </a:t>
              </a:r>
            </a:p>
            <a:p>
              <a:pPr marL="457200" indent="-342900">
                <a:lnSpc>
                  <a:spcPct val="115000"/>
                </a:lnSpc>
                <a:buClr>
                  <a:schemeClr val="dk1"/>
                </a:buClr>
                <a:buSzPts val="1800"/>
                <a:buFont typeface="Urbanist Light"/>
                <a:buChar char="-"/>
              </a:pPr>
              <a:r>
                <a:rPr lang="en-US" sz="1800" dirty="0">
                  <a:solidFill>
                    <a:schemeClr val="dk1"/>
                  </a:solidFill>
                  <a:latin typeface="Urbanist Light"/>
                  <a:ea typeface="Urbanist Light"/>
                  <a:cs typeface="Urbanist Light"/>
                  <a:sym typeface="Urbanist Light"/>
                </a:rPr>
                <a:t> </a:t>
              </a:r>
              <a:r>
                <a:rPr lang="en-US" sz="1800">
                  <a:solidFill>
                    <a:schemeClr val="dk1"/>
                  </a:solidFill>
                  <a:latin typeface="Urbanist Light"/>
                  <a:ea typeface="Urbanist Light"/>
                  <a:cs typeface="Urbanist Light"/>
                  <a:sym typeface="Urbanist Light"/>
                </a:rPr>
                <a:t/>
              </a:r>
              <a:endParaRPr lang="en-US" sz="1800" dirty="0">
                <a:solidFill>
                  <a:schemeClr val="dk1"/>
                </a:solidFill>
                <a:latin typeface="Urbanist Light"/>
                <a:ea typeface="Urbanist Light"/>
                <a:cs typeface="Urbanist Light"/>
                <a:sym typeface="Urbanist Light"/>
              </a:endParaRPr>
            </a:p>
            <a:p>
              <a:pPr marL="457200" indent="-342900">
                <a:lnSpc>
                  <a:spcPct val="115000"/>
                </a:lnSpc>
                <a:buClr>
                  <a:schemeClr val="dk1"/>
                </a:buClr>
                <a:buSzPts val="1800"/>
                <a:buFont typeface="Urbanist Light"/>
                <a:buChar char="-"/>
              </a:pPr>
              <a:endParaRPr sz="1800" b="0" i="0" u="none" strike="noStrike" cap="none" dirty="0">
                <a:solidFill>
                  <a:schemeClr val="dk1"/>
                </a:solidFill>
                <a:latin typeface="Urbanist Light"/>
                <a:ea typeface="Urbanist Light"/>
                <a:cs typeface="Urbanist Light"/>
                <a:sym typeface="Urbanist Light"/>
              </a:endParaRPr>
            </a:p>
            <a:p>
              <a:pPr marL="0" marR="0" lvl="0" indent="0" algn="l" rtl="0">
                <a:lnSpc>
                  <a:spcPct val="115000"/>
                </a:lnSpc>
                <a:spcBef>
                  <a:spcPts val="800"/>
                </a:spcBef>
                <a:spcAft>
                  <a:spcPts val="0"/>
                </a:spcAft>
                <a:buClr>
                  <a:srgbClr val="000000"/>
                </a:buClr>
                <a:buSzPts val="1600"/>
                <a:buFont typeface="Arial"/>
                <a:buNone/>
              </a:pPr>
              <a:endParaRPr sz="1600" b="0" i="0" u="none" strike="noStrike" cap="none" dirty="0">
                <a:solidFill>
                  <a:schemeClr val="dk1"/>
                </a:solidFill>
                <a:latin typeface="Urbanist Light"/>
                <a:ea typeface="Urbanist Light"/>
                <a:cs typeface="Urbanist Light"/>
                <a:sym typeface="Urbanist Light"/>
              </a:endParaRPr>
            </a:p>
          </p:txBody>
        </p:sp>
      </p:grpSp>
      <p:pic>
        <p:nvPicPr>
          <p:cNvPr id="93" name="Google Shape;93;p8"/>
          <p:cNvPicPr preferRelativeResize="0"/>
          <p:nvPr/>
        </p:nvPicPr>
        <p:blipFill rotWithShape="1">
          <a:blip r:embed="rId3">
            <a:alphaModFix/>
          </a:blip>
          <a:srcRect/>
          <a:stretch/>
        </p:blipFill>
        <p:spPr>
          <a:xfrm>
            <a:off x="10174313" y="2573600"/>
            <a:ext cx="797650" cy="797650"/>
          </a:xfrm>
          <a:prstGeom prst="rect">
            <a:avLst/>
          </a:prstGeom>
          <a:noFill/>
          <a:ln>
            <a:noFill/>
          </a:ln>
        </p:spPr>
      </p:pic>
      <p:pic>
        <p:nvPicPr>
          <p:cNvPr id="94" name="Google Shape;94;p8"/>
          <p:cNvPicPr preferRelativeResize="0"/>
          <p:nvPr/>
        </p:nvPicPr>
        <p:blipFill rotWithShape="1">
          <a:blip r:embed="rId4">
            <a:alphaModFix/>
          </a:blip>
          <a:srcRect/>
          <a:stretch/>
        </p:blipFill>
        <p:spPr>
          <a:xfrm>
            <a:off x="11150050" y="2533526"/>
            <a:ext cx="877801" cy="877801"/>
          </a:xfrm>
          <a:prstGeom prst="rect">
            <a:avLst/>
          </a:prstGeom>
          <a:noFill/>
          <a:ln>
            <a:noFill/>
          </a:ln>
        </p:spPr>
      </p:pic>
      <p:pic>
        <p:nvPicPr>
          <p:cNvPr id="95" name="Google Shape;95;p8"/>
          <p:cNvPicPr preferRelativeResize="0"/>
          <p:nvPr/>
        </p:nvPicPr>
        <p:blipFill rotWithShape="1">
          <a:blip r:embed="rId5">
            <a:alphaModFix/>
          </a:blip>
          <a:srcRect/>
          <a:stretch/>
        </p:blipFill>
        <p:spPr>
          <a:xfrm>
            <a:off x="12125505" y="2573600"/>
            <a:ext cx="797625" cy="797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t>5</a:t>
            </a:fld>
            <a:endParaRPr/>
          </a:p>
        </p:txBody>
      </p:sp>
      <p:sp>
        <p:nvSpPr>
          <p:cNvPr id="102" name="Google Shape;102;p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a:p>
        </p:txBody>
      </p:sp>
      <p:grpSp>
        <p:nvGrpSpPr>
          <p:cNvPr id="103" name="Google Shape;103;p9"/>
          <p:cNvGrpSpPr/>
          <p:nvPr/>
        </p:nvGrpSpPr>
        <p:grpSpPr>
          <a:xfrm>
            <a:off x="854548" y="2708835"/>
            <a:ext cx="12531943" cy="2174000"/>
            <a:chOff x="1518225" y="2370616"/>
            <a:chExt cx="6654600" cy="2039400"/>
          </a:xfrm>
        </p:grpSpPr>
        <p:sp>
          <p:nvSpPr>
            <p:cNvPr id="104" name="Google Shape;104;p9"/>
            <p:cNvSpPr txBox="1"/>
            <p:nvPr/>
          </p:nvSpPr>
          <p:spPr>
            <a:xfrm>
              <a:off x="1518225" y="2370616"/>
              <a:ext cx="6654600" cy="2039400"/>
            </a:xfrm>
            <a:prstGeom prst="rect">
              <a:avLst/>
            </a:prstGeom>
            <a:noFill/>
            <a:ln>
              <a:noFill/>
            </a:ln>
          </p:spPr>
          <p:txBody>
            <a:bodyPr spcFirstLastPara="1" wrap="square" lIns="97450" tIns="97450" rIns="97450" bIns="97450" anchor="t" anchorCtr="0">
              <a:spAutoFit/>
            </a:bodyPr>
            <a:lstStyle/>
            <a:p>
              <a:pPr lvl="0">
                <a:buSzPts val="2558"/>
              </a:pPr>
              <a:r>
                <a:rPr lang="en-US" sz="2558" dirty="0">
                  <a:solidFill>
                    <a:srgbClr val="7068F4"/>
                  </a:solidFill>
                  <a:latin typeface="Urbanist Medium"/>
                  <a:ea typeface="Urbanist Medium"/>
                  <a:cs typeface="Urbanist Medium"/>
                  <a:sym typeface="Urbanist Medium"/>
                </a:rPr>
                <a:t>AI-Powered Pentest Agent</a:t>
              </a:r>
              <a:endParaRPr sz="2558" b="0" i="0" u="none" strike="noStrike" cap="none" dirty="0">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chemeClr val="dk1"/>
                </a:buClr>
                <a:buSzPts val="1100"/>
                <a:buFont typeface="Arial"/>
                <a:buNone/>
              </a:pPr>
              <a:endParaRPr sz="11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dirty="0">
                <a:solidFill>
                  <a:srgbClr val="7068F4"/>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dirty="0">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rgbClr val="000000"/>
                </a:buClr>
                <a:buSzPts val="1172"/>
                <a:buFont typeface="Arial"/>
                <a:buNone/>
              </a:pPr>
              <a:endParaRPr sz="1172"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dirty="0">
                <a:solidFill>
                  <a:srgbClr val="7068F4"/>
                </a:solidFill>
                <a:latin typeface="Urbanist Medium"/>
                <a:ea typeface="Urbanist Medium"/>
                <a:cs typeface="Urbanist Medium"/>
                <a:sym typeface="Urbanist Medium"/>
              </a:endParaRPr>
            </a:p>
          </p:txBody>
        </p:sp>
        <p:sp>
          <p:nvSpPr>
            <p:cNvPr id="105" name="Google Shape;105;p9"/>
            <p:cNvSpPr txBox="1"/>
            <p:nvPr/>
          </p:nvSpPr>
          <p:spPr>
            <a:xfrm>
              <a:off x="1518225" y="2894100"/>
              <a:ext cx="6654600" cy="575836"/>
            </a:xfrm>
            <a:prstGeom prst="rect">
              <a:avLst/>
            </a:prstGeom>
            <a:noFill/>
            <a:ln>
              <a:noFill/>
            </a:ln>
          </p:spPr>
          <p:txBody>
            <a:bodyPr spcFirstLastPara="1" wrap="square" lIns="97450" tIns="97450" rIns="97450" bIns="97450" anchor="t" anchorCtr="0">
              <a:spAutoFit/>
            </a:bodyPr>
            <a:lstStyle/>
            <a:p>
              <a:pPr marL="285750" lvl="0" indent="-285750">
                <a:lnSpc>
                  <a:spcPct val="115000"/>
                </a:lnSpc>
                <a:spcAft>
                  <a:spcPts val="853"/>
                </a:spcAft>
                <a:buSzPts val="1704"/>
                <a:buFont typeface="Arial" panose="020B0604020202020204" pitchFamily="34" charset="0"/>
                <a:buChar char="•"/>
              </a:pPr>
              <a:r>
                <a:rPr lang="en-US" sz="1704" dirty="0">
                  <a:solidFill>
                    <a:schemeClr val="dk1"/>
                  </a:solidFill>
                  <a:latin typeface="Urbanist Light"/>
                  <a:ea typeface="Urbanist Light"/>
                  <a:cs typeface="Urbanist Light"/>
                  <a:sym typeface="Urbanist Light"/>
                </a:rPr>
                <a:t>Designed and implemented an AI-driven penetration testing agent to automate vulnerability identification and reporting.</a:t>
              </a:r>
              <a:endParaRPr sz="1704" b="0" i="0" u="none" strike="noStrike" cap="none" dirty="0">
                <a:solidFill>
                  <a:schemeClr val="dk1"/>
                </a:solidFill>
                <a:latin typeface="Urbanist Light"/>
                <a:ea typeface="Urbanist Light"/>
                <a:cs typeface="Urbanist Light"/>
                <a:sym typeface="Urbanist Light"/>
              </a:endParaRPr>
            </a:p>
          </p:txBody>
        </p:sp>
      </p:grpSp>
      <p:grpSp>
        <p:nvGrpSpPr>
          <p:cNvPr id="106" name="Google Shape;106;p9"/>
          <p:cNvGrpSpPr/>
          <p:nvPr/>
        </p:nvGrpSpPr>
        <p:grpSpPr>
          <a:xfrm>
            <a:off x="854548" y="4114800"/>
            <a:ext cx="11723229" cy="2782820"/>
            <a:chOff x="-3583232" y="2407754"/>
            <a:chExt cx="10997400" cy="2610526"/>
          </a:xfrm>
        </p:grpSpPr>
        <p:sp>
          <p:nvSpPr>
            <p:cNvPr id="107" name="Google Shape;107;p9"/>
            <p:cNvSpPr txBox="1"/>
            <p:nvPr/>
          </p:nvSpPr>
          <p:spPr>
            <a:xfrm>
              <a:off x="-3583232" y="2407754"/>
              <a:ext cx="6654600" cy="2039400"/>
            </a:xfrm>
            <a:prstGeom prst="rect">
              <a:avLst/>
            </a:prstGeom>
            <a:noFill/>
            <a:ln>
              <a:noFill/>
            </a:ln>
          </p:spPr>
          <p:txBody>
            <a:bodyPr spcFirstLastPara="1" wrap="square" lIns="97450" tIns="97450" rIns="97450" bIns="97450" anchor="t" anchorCtr="0">
              <a:spAutoFit/>
            </a:bodyPr>
            <a:lstStyle/>
            <a:p>
              <a:pPr lvl="0">
                <a:buSzPts val="2558"/>
              </a:pPr>
              <a:r>
                <a:rPr lang="en-US" sz="2558" dirty="0">
                  <a:solidFill>
                    <a:srgbClr val="7068F4"/>
                  </a:solidFill>
                  <a:latin typeface="Urbanist Medium"/>
                  <a:ea typeface="Urbanist Medium"/>
                  <a:cs typeface="Urbanist Medium"/>
                  <a:sym typeface="Urbanist Medium"/>
                </a:rPr>
                <a:t> </a:t>
              </a:r>
              <a:endParaRPr sz="2558" b="0" i="0" u="none" strike="noStrike" cap="none" dirty="0">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chemeClr val="dk1"/>
                </a:buClr>
                <a:buSzPts val="1100"/>
                <a:buFont typeface="Arial"/>
                <a:buNone/>
              </a:pPr>
              <a:endParaRPr sz="11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dirty="0">
                <a:solidFill>
                  <a:srgbClr val="7068F4"/>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dirty="0">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rgbClr val="000000"/>
                </a:buClr>
                <a:buSzPts val="1172"/>
                <a:buFont typeface="Arial"/>
                <a:buNone/>
              </a:pPr>
              <a:endParaRPr sz="1172"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dirty="0">
                <a:solidFill>
                  <a:srgbClr val="7068F4"/>
                </a:solidFill>
                <a:latin typeface="Urbanist Medium"/>
                <a:ea typeface="Urbanist Medium"/>
                <a:cs typeface="Urbanist Medium"/>
                <a:sym typeface="Urbanist Medium"/>
              </a:endParaRPr>
            </a:p>
          </p:txBody>
        </p:sp>
        <p:sp>
          <p:nvSpPr>
            <p:cNvPr id="108" name="Google Shape;108;p9"/>
            <p:cNvSpPr txBox="1"/>
            <p:nvPr/>
          </p:nvSpPr>
          <p:spPr>
            <a:xfrm>
              <a:off x="-3583232" y="2949757"/>
              <a:ext cx="10997400" cy="2068523"/>
            </a:xfrm>
            <a:prstGeom prst="rect">
              <a:avLst/>
            </a:prstGeom>
            <a:noFill/>
            <a:ln>
              <a:noFill/>
            </a:ln>
          </p:spPr>
          <p:txBody>
            <a:bodyPr spcFirstLastPara="1" wrap="square" lIns="97450" tIns="97450" rIns="97450" bIns="97450" anchor="t" anchorCtr="0">
              <a:spAutoFit/>
            </a:bodyPr>
            <a:lstStyle/>
            <a:p>
              <a:pPr marL="457200" lvl="0" indent="-298450">
                <a:lnSpc>
                  <a:spcPct val="115000"/>
                </a:lnSpc>
                <a:buClr>
                  <a:schemeClr val="dk1"/>
                </a:buClr>
                <a:buSzPts val="1100"/>
                <a:buFont typeface="Arial"/>
                <a:buChar char="●"/>
              </a:pPr>
              <a:r>
                <a:rPr lang="en-US" sz="1704" dirty="0">
                  <a:solidFill>
                    <a:schemeClr val="dk1"/>
                  </a:solidFill>
                  <a:latin typeface="Urbanist Light"/>
                  <a:ea typeface="Urbanist Light"/>
                  <a:cs typeface="Urbanist Light"/>
                  <a:sym typeface="Urbanist Light"/>
                </a:rPr>
                <a:t> </a:t>
              </a:r>
            </a:p>
            <a:p>
              <a:pPr marL="158750" marR="0" lvl="0" algn="l" rtl="0">
                <a:lnSpc>
                  <a:spcPct val="115000"/>
                </a:lnSpc>
                <a:spcBef>
                  <a:spcPts val="0"/>
                </a:spcBef>
                <a:spcAft>
                  <a:spcPts val="0"/>
                </a:spcAft>
                <a:buClr>
                  <a:schemeClr val="dk1"/>
                </a:buClr>
                <a:buSzPts val="1100"/>
              </a:pPr>
              <a:endParaRPr sz="1704" b="0" i="0" u="none" strike="noStrike" cap="none" dirty="0">
                <a:solidFill>
                  <a:schemeClr val="dk1"/>
                </a:solidFill>
                <a:latin typeface="Urbanist Light"/>
                <a:ea typeface="Urbanist Light"/>
                <a:cs typeface="Urbanist Light"/>
                <a:sym typeface="Urbanist Light"/>
              </a:endParaRPr>
            </a:p>
            <a:p>
              <a:pPr marL="0" marR="0" lvl="0" indent="0" algn="l" rtl="0">
                <a:lnSpc>
                  <a:spcPct val="115000"/>
                </a:lnSpc>
                <a:spcBef>
                  <a:spcPts val="1200"/>
                </a:spcBef>
                <a:spcAft>
                  <a:spcPts val="0"/>
                </a:spcAft>
                <a:buClr>
                  <a:srgbClr val="000000"/>
                </a:buClr>
                <a:buSzPts val="1704"/>
                <a:buFont typeface="Arial"/>
                <a:buNone/>
              </a:pPr>
              <a:endParaRPr sz="1704" b="0" i="0" u="none" strike="noStrike" cap="none" dirty="0">
                <a:solidFill>
                  <a:schemeClr val="dk1"/>
                </a:solidFill>
                <a:latin typeface="Urbanist Light"/>
                <a:ea typeface="Urbanist Light"/>
                <a:cs typeface="Urbanist Light"/>
                <a:sym typeface="Urbanist Light"/>
              </a:endParaRPr>
            </a:p>
            <a:p>
              <a:pPr marL="0" marR="0" lvl="0" indent="0" algn="l" rtl="0">
                <a:lnSpc>
                  <a:spcPct val="115000"/>
                </a:lnSpc>
                <a:spcBef>
                  <a:spcPts val="853"/>
                </a:spcBef>
                <a:spcAft>
                  <a:spcPts val="0"/>
                </a:spcAft>
                <a:buClr>
                  <a:srgbClr val="000000"/>
                </a:buClr>
                <a:buSzPts val="1705"/>
                <a:buFont typeface="Arial"/>
                <a:buNone/>
              </a:pPr>
              <a:endParaRPr sz="1704" b="0" i="0" u="none" strike="noStrike" cap="none" dirty="0">
                <a:solidFill>
                  <a:schemeClr val="dk1"/>
                </a:solidFill>
                <a:latin typeface="Urbanist Light"/>
                <a:ea typeface="Urbanist Light"/>
                <a:cs typeface="Urbanist Light"/>
                <a:sym typeface="Urbanist Light"/>
              </a:endParaRPr>
            </a:p>
            <a:p>
              <a:pPr marL="0" marR="0" lvl="0" indent="0" algn="l" rtl="0">
                <a:lnSpc>
                  <a:spcPct val="115000"/>
                </a:lnSpc>
                <a:spcBef>
                  <a:spcPts val="853"/>
                </a:spcBef>
                <a:spcAft>
                  <a:spcPts val="853"/>
                </a:spcAft>
                <a:buClr>
                  <a:srgbClr val="000000"/>
                </a:buClr>
                <a:buSzPts val="1705"/>
                <a:buFont typeface="Arial"/>
                <a:buNone/>
              </a:pPr>
              <a:endParaRPr sz="1704" b="0" i="0" u="none" strike="noStrike" cap="none" dirty="0">
                <a:solidFill>
                  <a:schemeClr val="dk1"/>
                </a:solidFill>
                <a:latin typeface="Urbanist Light"/>
                <a:ea typeface="Urbanist Light"/>
                <a:cs typeface="Urbanist Light"/>
                <a:sym typeface="Urbanist Light"/>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a:buNone/>
            </a:pPr>
            <a:r>
              <a:rPr lang="en-US" sz="2400" b="0" i="0" u="none" strike="noStrike" cap="none" dirty="0">
                <a:solidFill>
                  <a:schemeClr val="dk1"/>
                </a:solidFill>
                <a:latin typeface="Urbanist"/>
                <a:ea typeface="Urbanist"/>
                <a:cs typeface="Urbanist"/>
                <a:sym typeface="Urbanist"/>
              </a:rPr>
              <a:t>This shows he’s not just using AI - he’s </a:t>
            </a:r>
            <a:r>
              <a:rPr lang="en-US" sz="2400" b="0" i="1" u="none" strike="noStrike" cap="none" dirty="0">
                <a:solidFill>
                  <a:schemeClr val="dk1"/>
                </a:solidFill>
                <a:latin typeface="Urbanist"/>
                <a:ea typeface="Urbanist"/>
                <a:cs typeface="Urbanist"/>
                <a:sym typeface="Urbanist"/>
              </a:rPr>
              <a:t>designing</a:t>
            </a:r>
            <a:r>
              <a:rPr lang="en-US" sz="2400" b="0" i="0" u="none" strike="noStrike" cap="none" dirty="0">
                <a:solidFill>
                  <a:schemeClr val="dk1"/>
                </a:solidFill>
                <a:latin typeface="Urbanist"/>
                <a:ea typeface="Urbanist"/>
                <a:cs typeface="Urbanist"/>
                <a:sym typeface="Urbanist"/>
              </a:rPr>
              <a:t> systems where AI is a core component.</a:t>
            </a:r>
            <a:endParaRPr sz="2400" b="0" i="0" u="none" strike="noStrike" cap="none" dirty="0">
              <a:solidFill>
                <a:schemeClr val="dk1"/>
              </a:solidFill>
              <a:latin typeface="Urbanist Light"/>
              <a:ea typeface="Urbanist Light"/>
              <a:cs typeface="Urbanist Light"/>
              <a:sym typeface="Urbanist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F3987C25-F5FE-37A3-D111-880F4165E5A2}"/>
            </a:ext>
          </a:extLst>
        </p:cNvPr>
        <p:cNvGrpSpPr/>
        <p:nvPr/>
      </p:nvGrpSpPr>
      <p:grpSpPr>
        <a:xfrm>
          <a:off x="0" y="0"/>
          <a:ext cx="0" cy="0"/>
          <a:chOff x="0" y="0"/>
          <a:chExt cx="0" cy="0"/>
        </a:xfrm>
      </p:grpSpPr>
      <p:sp>
        <p:nvSpPr>
          <p:cNvPr id="101" name="Google Shape;101;p9">
            <a:extLst>
              <a:ext uri="{FF2B5EF4-FFF2-40B4-BE49-F238E27FC236}">
                <a16:creationId xmlns:a16="http://schemas.microsoft.com/office/drawing/2014/main" id="{19C1D8CE-E63D-A147-FF85-8C09D6E866A2}"/>
              </a:ext>
            </a:extLst>
          </p:cNvPr>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t>6</a:t>
            </a:fld>
            <a:endParaRPr/>
          </a:p>
        </p:txBody>
      </p:sp>
      <p:sp>
        <p:nvSpPr>
          <p:cNvPr id="102" name="Google Shape;102;p9">
            <a:extLst>
              <a:ext uri="{FF2B5EF4-FFF2-40B4-BE49-F238E27FC236}">
                <a16:creationId xmlns:a16="http://schemas.microsoft.com/office/drawing/2014/main" id="{7002BD75-89A8-BEE9-7CC6-45F82E2391D0}"/>
              </a:ext>
            </a:extLst>
          </p:cNvPr>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a:p>
        </p:txBody>
      </p:sp>
      <p:grpSp>
        <p:nvGrpSpPr>
          <p:cNvPr id="103" name="Google Shape;103;p9">
            <a:extLst>
              <a:ext uri="{FF2B5EF4-FFF2-40B4-BE49-F238E27FC236}">
                <a16:creationId xmlns:a16="http://schemas.microsoft.com/office/drawing/2014/main" id="{9A642B57-F204-6E17-8D81-284D09AF59F3}"/>
              </a:ext>
            </a:extLst>
          </p:cNvPr>
          <p:cNvGrpSpPr/>
          <p:nvPr/>
        </p:nvGrpSpPr>
        <p:grpSpPr>
          <a:xfrm>
            <a:off x="854548" y="2708835"/>
            <a:ext cx="12531943" cy="2174000"/>
            <a:chOff x="1518225" y="2370616"/>
            <a:chExt cx="6654600" cy="2039400"/>
          </a:xfrm>
        </p:grpSpPr>
        <p:sp>
          <p:nvSpPr>
            <p:cNvPr id="104" name="Google Shape;104;p9">
              <a:extLst>
                <a:ext uri="{FF2B5EF4-FFF2-40B4-BE49-F238E27FC236}">
                  <a16:creationId xmlns:a16="http://schemas.microsoft.com/office/drawing/2014/main" id="{D63529F7-956A-7CCB-73FA-B040097CE955}"/>
                </a:ext>
              </a:extLst>
            </p:cNvPr>
            <p:cNvSpPr txBox="1"/>
            <p:nvPr/>
          </p:nvSpPr>
          <p:spPr>
            <a:xfrm>
              <a:off x="1518225" y="2370616"/>
              <a:ext cx="6654600" cy="2039400"/>
            </a:xfrm>
            <a:prstGeom prst="rect">
              <a:avLst/>
            </a:prstGeom>
            <a:noFill/>
            <a:ln>
              <a:noFill/>
            </a:ln>
          </p:spPr>
          <p:txBody>
            <a:bodyPr spcFirstLastPara="1" wrap="square" lIns="97450" tIns="97450" rIns="97450" bIns="97450" anchor="t" anchorCtr="0">
              <a:spAutoFit/>
            </a:bodyPr>
            <a:lstStyle/>
            <a:p>
              <a:pPr lvl="0">
                <a:buSzPts val="2558"/>
              </a:pPr>
              <a:r>
                <a:rPr lang="en-US" sz="2558" dirty="0">
                  <a:solidFill>
                    <a:srgbClr val="7068F4"/>
                  </a:solidFill>
                  <a:latin typeface="Urbanist Medium"/>
                  <a:ea typeface="Urbanist Medium"/>
                  <a:cs typeface="Urbanist Medium"/>
                  <a:sym typeface="Urbanist Medium"/>
                </a:rPr>
                <a:t> </a:t>
              </a:r>
              <a:endParaRPr sz="2558" b="0" i="0" u="none" strike="noStrike" cap="none" dirty="0">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chemeClr val="dk1"/>
                </a:buClr>
                <a:buSzPts val="1100"/>
                <a:buFont typeface="Arial"/>
                <a:buNone/>
              </a:pPr>
              <a:endParaRPr sz="11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dirty="0">
                <a:solidFill>
                  <a:srgbClr val="7068F4"/>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dirty="0">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rgbClr val="000000"/>
                </a:buClr>
                <a:buSzPts val="1172"/>
                <a:buFont typeface="Arial"/>
                <a:buNone/>
              </a:pPr>
              <a:endParaRPr sz="1172"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dirty="0">
                <a:solidFill>
                  <a:srgbClr val="7068F4"/>
                </a:solidFill>
                <a:latin typeface="Urbanist Medium"/>
                <a:ea typeface="Urbanist Medium"/>
                <a:cs typeface="Urbanist Medium"/>
                <a:sym typeface="Urbanist Medium"/>
              </a:endParaRPr>
            </a:p>
          </p:txBody>
        </p:sp>
        <p:sp>
          <p:nvSpPr>
            <p:cNvPr id="105" name="Google Shape;105;p9">
              <a:extLst>
                <a:ext uri="{FF2B5EF4-FFF2-40B4-BE49-F238E27FC236}">
                  <a16:creationId xmlns:a16="http://schemas.microsoft.com/office/drawing/2014/main" id="{12098987-0B6A-AC26-375A-62D16E09EAC9}"/>
                </a:ext>
              </a:extLst>
            </p:cNvPr>
            <p:cNvSpPr txBox="1"/>
            <p:nvPr/>
          </p:nvSpPr>
          <p:spPr>
            <a:xfrm>
              <a:off x="1518225" y="2894100"/>
              <a:ext cx="6654600" cy="575836"/>
            </a:xfrm>
            <a:prstGeom prst="rect">
              <a:avLst/>
            </a:prstGeom>
            <a:noFill/>
            <a:ln>
              <a:noFill/>
            </a:ln>
          </p:spPr>
          <p:txBody>
            <a:bodyPr spcFirstLastPara="1" wrap="square" lIns="97450" tIns="97450" rIns="97450" bIns="97450" anchor="t" anchorCtr="0">
              <a:spAutoFit/>
            </a:bodyPr>
            <a:lstStyle/>
            <a:p>
              <a:pPr marL="285750" lvl="0" indent="-285750">
                <a:lnSpc>
                  <a:spcPct val="115000"/>
                </a:lnSpc>
                <a:spcAft>
                  <a:spcPts val="853"/>
                </a:spcAft>
                <a:buSzPts val="1704"/>
                <a:buFont typeface="Arial" panose="020B0604020202020204" pitchFamily="34" charset="0"/>
                <a:buChar char="•"/>
              </a:pPr>
              <a:r>
                <a:rPr lang="en-US" sz="1704" dirty="0">
                  <a:solidFill>
                    <a:schemeClr val="dk1"/>
                  </a:solidFill>
                  <a:latin typeface="Urbanist Light"/>
                  <a:ea typeface="Urbanist Light"/>
                  <a:cs typeface="Urbanist Light"/>
                  <a:sym typeface="Urbanist Light"/>
                </a:rPr>
                <a:t> </a:t>
              </a:r>
              <a:endParaRPr sz="1704" b="0" i="0" u="none" strike="noStrike" cap="none" dirty="0">
                <a:solidFill>
                  <a:schemeClr val="dk1"/>
                </a:solidFill>
                <a:latin typeface="Urbanist Light"/>
                <a:ea typeface="Urbanist Light"/>
                <a:cs typeface="Urbanist Light"/>
                <a:sym typeface="Urbanist Light"/>
              </a:endParaRPr>
            </a:p>
          </p:txBody>
        </p:sp>
      </p:grpSp>
      <p:grpSp>
        <p:nvGrpSpPr>
          <p:cNvPr id="106" name="Google Shape;106;p9">
            <a:extLst>
              <a:ext uri="{FF2B5EF4-FFF2-40B4-BE49-F238E27FC236}">
                <a16:creationId xmlns:a16="http://schemas.microsoft.com/office/drawing/2014/main" id="{49DEFAFB-C28F-B4E0-6071-83191BD02C50}"/>
              </a:ext>
            </a:extLst>
          </p:cNvPr>
          <p:cNvGrpSpPr/>
          <p:nvPr/>
        </p:nvGrpSpPr>
        <p:grpSpPr>
          <a:xfrm>
            <a:off x="854548" y="4114800"/>
            <a:ext cx="11723229" cy="2782820"/>
            <a:chOff x="-3583232" y="2407754"/>
            <a:chExt cx="10997400" cy="2610526"/>
          </a:xfrm>
        </p:grpSpPr>
        <p:sp>
          <p:nvSpPr>
            <p:cNvPr id="107" name="Google Shape;107;p9">
              <a:extLst>
                <a:ext uri="{FF2B5EF4-FFF2-40B4-BE49-F238E27FC236}">
                  <a16:creationId xmlns:a16="http://schemas.microsoft.com/office/drawing/2014/main" id="{53E76CFA-5F56-3F7C-FEBB-AE475D5F5424}"/>
                </a:ext>
              </a:extLst>
            </p:cNvPr>
            <p:cNvSpPr txBox="1"/>
            <p:nvPr/>
          </p:nvSpPr>
          <p:spPr>
            <a:xfrm>
              <a:off x="-3583232" y="2407754"/>
              <a:ext cx="6654600" cy="2039400"/>
            </a:xfrm>
            <a:prstGeom prst="rect">
              <a:avLst/>
            </a:prstGeom>
            <a:noFill/>
            <a:ln>
              <a:noFill/>
            </a:ln>
          </p:spPr>
          <p:txBody>
            <a:bodyPr spcFirstLastPara="1" wrap="square" lIns="97450" tIns="97450" rIns="97450" bIns="97450" anchor="t" anchorCtr="0">
              <a:spAutoFit/>
            </a:bodyPr>
            <a:lstStyle/>
            <a:p>
              <a:pPr lvl="0">
                <a:buSzPts val="2558"/>
              </a:pPr>
              <a:r>
                <a:rPr lang="en-US" sz="2558" dirty="0">
                  <a:solidFill>
                    <a:srgbClr val="7068F4"/>
                  </a:solidFill>
                  <a:latin typeface="Urbanist Medium"/>
                  <a:ea typeface="Urbanist Medium"/>
                  <a:cs typeface="Urbanist Medium"/>
                  <a:sym typeface="Urbanist Medium"/>
                </a:rPr>
                <a:t> </a:t>
              </a:r>
              <a:endParaRPr sz="2558" b="0" i="0" u="none" strike="noStrike" cap="none" dirty="0">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chemeClr val="dk1"/>
                </a:buClr>
                <a:buSzPts val="1100"/>
                <a:buFont typeface="Arial"/>
                <a:buNone/>
              </a:pPr>
              <a:endParaRPr sz="11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dirty="0">
                <a:solidFill>
                  <a:srgbClr val="7068F4"/>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dirty="0">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rgbClr val="000000"/>
                </a:buClr>
                <a:buSzPts val="1172"/>
                <a:buFont typeface="Arial"/>
                <a:buNone/>
              </a:pPr>
              <a:endParaRPr sz="1172"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dirty="0">
                <a:solidFill>
                  <a:srgbClr val="7068F4"/>
                </a:solidFill>
                <a:latin typeface="Urbanist Medium"/>
                <a:ea typeface="Urbanist Medium"/>
                <a:cs typeface="Urbanist Medium"/>
                <a:sym typeface="Urbanist Medium"/>
              </a:endParaRPr>
            </a:p>
          </p:txBody>
        </p:sp>
        <p:sp>
          <p:nvSpPr>
            <p:cNvPr id="108" name="Google Shape;108;p9">
              <a:extLst>
                <a:ext uri="{FF2B5EF4-FFF2-40B4-BE49-F238E27FC236}">
                  <a16:creationId xmlns:a16="http://schemas.microsoft.com/office/drawing/2014/main" id="{F82C269D-F27C-472A-5359-9D2C14A58EA0}"/>
                </a:ext>
              </a:extLst>
            </p:cNvPr>
            <p:cNvSpPr txBox="1"/>
            <p:nvPr/>
          </p:nvSpPr>
          <p:spPr>
            <a:xfrm>
              <a:off x="-3583232" y="2949757"/>
              <a:ext cx="10997400" cy="2068523"/>
            </a:xfrm>
            <a:prstGeom prst="rect">
              <a:avLst/>
            </a:prstGeom>
            <a:noFill/>
            <a:ln>
              <a:noFill/>
            </a:ln>
          </p:spPr>
          <p:txBody>
            <a:bodyPr spcFirstLastPara="1" wrap="square" lIns="97450" tIns="97450" rIns="97450" bIns="97450" anchor="t" anchorCtr="0">
              <a:spAutoFit/>
            </a:bodyPr>
            <a:lstStyle/>
            <a:p>
              <a:pPr marL="457200" lvl="0" indent="-298450">
                <a:lnSpc>
                  <a:spcPct val="115000"/>
                </a:lnSpc>
                <a:buClr>
                  <a:schemeClr val="dk1"/>
                </a:buClr>
                <a:buSzPts val="1100"/>
                <a:buFont typeface="Arial"/>
                <a:buChar char="●"/>
              </a:pPr>
              <a:r>
                <a:rPr lang="en-US" sz="1704" dirty="0">
                  <a:solidFill>
                    <a:schemeClr val="dk1"/>
                  </a:solidFill>
                  <a:latin typeface="Urbanist Light"/>
                  <a:ea typeface="Urbanist Light"/>
                  <a:cs typeface="Urbanist Light"/>
                  <a:sym typeface="Urbanist Light"/>
                </a:rPr>
                <a:t> </a:t>
              </a:r>
            </a:p>
            <a:p>
              <a:pPr marL="158750" marR="0" lvl="0" algn="l" rtl="0">
                <a:lnSpc>
                  <a:spcPct val="115000"/>
                </a:lnSpc>
                <a:spcBef>
                  <a:spcPts val="0"/>
                </a:spcBef>
                <a:spcAft>
                  <a:spcPts val="0"/>
                </a:spcAft>
                <a:buClr>
                  <a:schemeClr val="dk1"/>
                </a:buClr>
                <a:buSzPts val="1100"/>
              </a:pPr>
              <a:endParaRPr sz="1704" b="0" i="0" u="none" strike="noStrike" cap="none" dirty="0">
                <a:solidFill>
                  <a:schemeClr val="dk1"/>
                </a:solidFill>
                <a:latin typeface="Urbanist Light"/>
                <a:ea typeface="Urbanist Light"/>
                <a:cs typeface="Urbanist Light"/>
                <a:sym typeface="Urbanist Light"/>
              </a:endParaRPr>
            </a:p>
            <a:p>
              <a:pPr marL="0" marR="0" lvl="0" indent="0" algn="l" rtl="0">
                <a:lnSpc>
                  <a:spcPct val="115000"/>
                </a:lnSpc>
                <a:spcBef>
                  <a:spcPts val="1200"/>
                </a:spcBef>
                <a:spcAft>
                  <a:spcPts val="0"/>
                </a:spcAft>
                <a:buClr>
                  <a:srgbClr val="000000"/>
                </a:buClr>
                <a:buSzPts val="1704"/>
                <a:buFont typeface="Arial"/>
                <a:buNone/>
              </a:pPr>
              <a:endParaRPr sz="1704" b="0" i="0" u="none" strike="noStrike" cap="none" dirty="0">
                <a:solidFill>
                  <a:schemeClr val="dk1"/>
                </a:solidFill>
                <a:latin typeface="Urbanist Light"/>
                <a:ea typeface="Urbanist Light"/>
                <a:cs typeface="Urbanist Light"/>
                <a:sym typeface="Urbanist Light"/>
              </a:endParaRPr>
            </a:p>
            <a:p>
              <a:pPr marL="0" marR="0" lvl="0" indent="0" algn="l" rtl="0">
                <a:lnSpc>
                  <a:spcPct val="115000"/>
                </a:lnSpc>
                <a:spcBef>
                  <a:spcPts val="853"/>
                </a:spcBef>
                <a:spcAft>
                  <a:spcPts val="0"/>
                </a:spcAft>
                <a:buClr>
                  <a:srgbClr val="000000"/>
                </a:buClr>
                <a:buSzPts val="1705"/>
                <a:buFont typeface="Arial"/>
                <a:buNone/>
              </a:pPr>
              <a:endParaRPr sz="1704" b="0" i="0" u="none" strike="noStrike" cap="none" dirty="0">
                <a:solidFill>
                  <a:schemeClr val="dk1"/>
                </a:solidFill>
                <a:latin typeface="Urbanist Light"/>
                <a:ea typeface="Urbanist Light"/>
                <a:cs typeface="Urbanist Light"/>
                <a:sym typeface="Urbanist Light"/>
              </a:endParaRPr>
            </a:p>
            <a:p>
              <a:pPr marL="0" marR="0" lvl="0" indent="0" algn="l" rtl="0">
                <a:lnSpc>
                  <a:spcPct val="115000"/>
                </a:lnSpc>
                <a:spcBef>
                  <a:spcPts val="853"/>
                </a:spcBef>
                <a:spcAft>
                  <a:spcPts val="853"/>
                </a:spcAft>
                <a:buClr>
                  <a:srgbClr val="000000"/>
                </a:buClr>
                <a:buSzPts val="1705"/>
                <a:buFont typeface="Arial"/>
                <a:buNone/>
              </a:pPr>
              <a:endParaRPr sz="1704" b="0" i="0" u="none" strike="noStrike" cap="none" dirty="0">
                <a:solidFill>
                  <a:schemeClr val="dk1"/>
                </a:solidFill>
                <a:latin typeface="Urbanist Light"/>
                <a:ea typeface="Urbanist Light"/>
                <a:cs typeface="Urbanist Light"/>
                <a:sym typeface="Urbanist Light"/>
              </a:endParaRPr>
            </a:p>
          </p:txBody>
        </p:sp>
      </p:grpSp>
      <p:sp>
        <p:nvSpPr>
          <p:cNvPr id="109" name="Google Shape;109;p9">
            <a:extLst>
              <a:ext uri="{FF2B5EF4-FFF2-40B4-BE49-F238E27FC236}">
                <a16:creationId xmlns:a16="http://schemas.microsoft.com/office/drawing/2014/main" id="{8047676A-D7AF-190A-F4FE-AE934762B165}"/>
              </a:ext>
            </a:extLst>
          </p:cNvPr>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a:buNone/>
            </a:pPr>
            <a:r>
              <a:rPr lang="en-US" sz="2400" b="0" i="0" u="none" strike="noStrike" cap="none" dirty="0">
                <a:solidFill>
                  <a:schemeClr val="dk1"/>
                </a:solidFill>
                <a:latin typeface="Urbanist"/>
                <a:ea typeface="Urbanist"/>
                <a:cs typeface="Urbanist"/>
                <a:sym typeface="Urbanist"/>
              </a:rPr>
              <a:t>This shows he’s not just using AI - he’s </a:t>
            </a:r>
            <a:r>
              <a:rPr lang="en-US" sz="2400" b="0" i="1" u="none" strike="noStrike" cap="none" dirty="0">
                <a:solidFill>
                  <a:schemeClr val="dk1"/>
                </a:solidFill>
                <a:latin typeface="Urbanist"/>
                <a:ea typeface="Urbanist"/>
                <a:cs typeface="Urbanist"/>
                <a:sym typeface="Urbanist"/>
              </a:rPr>
              <a:t>designing</a:t>
            </a:r>
            <a:r>
              <a:rPr lang="en-US" sz="2400" b="0" i="0" u="none" strike="noStrike" cap="none" dirty="0">
                <a:solidFill>
                  <a:schemeClr val="dk1"/>
                </a:solidFill>
                <a:latin typeface="Urbanist"/>
                <a:ea typeface="Urbanist"/>
                <a:cs typeface="Urbanist"/>
                <a:sym typeface="Urbanist"/>
              </a:rPr>
              <a:t> systems where AI is a core component.</a:t>
            </a:r>
            <a:endParaRPr sz="2400" b="0" i="0" u="none" strike="noStrike" cap="none" dirty="0">
              <a:solidFill>
                <a:schemeClr val="dk1"/>
              </a:solidFill>
              <a:latin typeface="Urbanist Light"/>
              <a:ea typeface="Urbanist Light"/>
              <a:cs typeface="Urbanist Light"/>
              <a:sym typeface="Urbanist Light"/>
            </a:endParaRPr>
          </a:p>
        </p:txBody>
      </p:sp>
    </p:spTree>
    <p:extLst>
      <p:ext uri="{BB962C8B-B14F-4D97-AF65-F5344CB8AC3E}">
        <p14:creationId xmlns:p14="http://schemas.microsoft.com/office/powerpoint/2010/main" val="1479939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1"/>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t>7</a:t>
            </a:fld>
            <a:endParaRPr/>
          </a:p>
        </p:txBody>
      </p:sp>
      <p:sp>
        <p:nvSpPr>
          <p:cNvPr id="130" name="Google Shape;130;p11"/>
          <p:cNvSpPr txBox="1">
            <a:spLocks noGrp="1"/>
          </p:cNvSpPr>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lvl="0"/>
            <a:r>
              <a:rPr lang="en-US" sz="3900" dirty="0"/>
              <a:t>Marcelo Pacheco Alvaro’s Track Record of High-Impact Engineering Work</a:t>
            </a:r>
            <a:r>
              <a:rPr lang="en-US" sz="3900" dirty="0" err="1"/>
              <a:t/>
            </a:r>
            <a:r>
              <a:rPr lang="en-US" sz="3900" dirty="0"/>
              <a:t/>
            </a:r>
            <a:r>
              <a:rPr lang="en-US" sz="3900" dirty="0">
                <a:solidFill>
                  <a:srgbClr val="7068F4"/>
                </a:solidFill>
              </a:rPr>
              <a:t/>
            </a:r>
            <a:endParaRPr sz="3900" dirty="0"/>
          </a:p>
        </p:txBody>
      </p:sp>
      <p:grpSp>
        <p:nvGrpSpPr>
          <p:cNvPr id="131" name="Google Shape;131;p11"/>
          <p:cNvGrpSpPr/>
          <p:nvPr/>
        </p:nvGrpSpPr>
        <p:grpSpPr>
          <a:xfrm>
            <a:off x="886690" y="2435832"/>
            <a:ext cx="12531943" cy="1073475"/>
            <a:chOff x="1518225" y="2456626"/>
            <a:chExt cx="6654600" cy="1007012"/>
          </a:xfrm>
        </p:grpSpPr>
        <p:sp>
          <p:nvSpPr>
            <p:cNvPr id="132" name="Google Shape;132;p11"/>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a:buNone/>
              </a:pPr>
              <a:r>
                <a:rPr lang="en-US" sz="2558" dirty="0">
                  <a:solidFill>
                    <a:srgbClr val="7068F4"/>
                  </a:solidFill>
                  <a:latin typeface="Urbanist Medium"/>
                  <a:ea typeface="Urbanist Medium"/>
                  <a:cs typeface="Urbanist Medium"/>
                  <a:sym typeface="Urbanist Medium"/>
                </a:rPr>
                <a:t> </a:t>
              </a:r>
              <a:endParaRPr sz="2558" b="0" i="0" u="none" strike="noStrike" cap="none" dirty="0">
                <a:solidFill>
                  <a:srgbClr val="7068F4"/>
                </a:solidFill>
                <a:latin typeface="Urbanist Medium"/>
                <a:ea typeface="Urbanist Medium"/>
                <a:cs typeface="Urbanist Medium"/>
                <a:sym typeface="Urbanist Medium"/>
              </a:endParaRPr>
            </a:p>
          </p:txBody>
        </p:sp>
        <p:sp>
          <p:nvSpPr>
            <p:cNvPr id="133" name="Google Shape;133;p11"/>
            <p:cNvSpPr txBox="1"/>
            <p:nvPr/>
          </p:nvSpPr>
          <p:spPr>
            <a:xfrm>
              <a:off x="1518225" y="2980193"/>
              <a:ext cx="6654600" cy="483445"/>
            </a:xfrm>
            <a:prstGeom prst="rect">
              <a:avLst/>
            </a:prstGeom>
            <a:noFill/>
            <a:ln>
              <a:noFill/>
            </a:ln>
          </p:spPr>
          <p:txBody>
            <a:bodyPr spcFirstLastPara="1" wrap="square" lIns="97450" tIns="97450" rIns="97450" bIns="97450" anchor="t" anchorCtr="0">
              <a:spAutoFit/>
            </a:bodyPr>
            <a:lstStyle/>
            <a:p>
              <a:pPr marL="457200" lvl="0" indent="-342900">
                <a:lnSpc>
                  <a:spcPct val="115000"/>
                </a:lnSpc>
                <a:buClr>
                  <a:schemeClr val="dk1"/>
                </a:buClr>
                <a:buSzPts val="1800"/>
                <a:buFont typeface="Urbanist"/>
                <a:buChar char="●"/>
              </a:pPr>
              <a:r>
                <a:rPr lang="en-US" sz="1800" dirty="0">
                  <a:solidFill>
                    <a:schemeClr val="dk1"/>
                  </a:solidFill>
                  <a:latin typeface="Urbanist"/>
                  <a:ea typeface="Urbanist"/>
                  <a:cs typeface="Urbanist"/>
                  <a:sym typeface="Urbanist"/>
                </a:rPr>
                <a:t> </a:t>
              </a:r>
              <a:endParaRPr sz="1800" b="0" i="0" u="none" strike="noStrike" cap="none" dirty="0">
                <a:solidFill>
                  <a:schemeClr val="dk1"/>
                </a:solidFill>
                <a:latin typeface="Urbanist Light"/>
                <a:ea typeface="Urbanist Light"/>
                <a:cs typeface="Urbanist Light"/>
                <a:sym typeface="Urbanist Light"/>
              </a:endParaRPr>
            </a:p>
          </p:txBody>
        </p:sp>
      </p:grpSp>
      <p:grpSp>
        <p:nvGrpSpPr>
          <p:cNvPr id="134" name="Google Shape;134;p11"/>
          <p:cNvGrpSpPr/>
          <p:nvPr/>
        </p:nvGrpSpPr>
        <p:grpSpPr>
          <a:xfrm>
            <a:off x="886688" y="4626070"/>
            <a:ext cx="12531943" cy="3156106"/>
            <a:chOff x="1518225" y="2413591"/>
            <a:chExt cx="6654600" cy="2960700"/>
          </a:xfrm>
        </p:grpSpPr>
        <p:sp>
          <p:nvSpPr>
            <p:cNvPr id="135" name="Google Shape;135;p11"/>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lvl="0">
                <a:buSzPts val="2558"/>
              </a:pPr>
              <a:r>
                <a:rPr lang="en-US" sz="2558" dirty="0">
                  <a:solidFill>
                    <a:srgbClr val="7068F4"/>
                  </a:solidFill>
                  <a:latin typeface="Urbanist Medium"/>
                  <a:ea typeface="Urbanist Medium"/>
                  <a:cs typeface="Urbanist Medium"/>
                  <a:sym typeface="Urbanist Medium"/>
                </a:rPr>
                <a:t> </a:t>
              </a:r>
              <a:endParaRPr sz="2558" b="0" i="0" u="none" strike="noStrike" cap="none" dirty="0">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chemeClr val="dk1"/>
                </a:buClr>
                <a:buSzPts val="1100"/>
                <a:buFont typeface="Arial"/>
                <a:buNone/>
              </a:pPr>
              <a:endParaRPr sz="11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dirty="0">
                <a:solidFill>
                  <a:srgbClr val="7068F4"/>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dirty="0">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rgbClr val="000000"/>
                </a:buClr>
                <a:buSzPts val="1100"/>
                <a:buFont typeface="Arial"/>
                <a:buNone/>
              </a:pPr>
              <a:endParaRPr sz="11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dirty="0">
                <a:solidFill>
                  <a:srgbClr val="7068F4"/>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dirty="0">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rgbClr val="000000"/>
                </a:buClr>
                <a:buSzPts val="1172"/>
                <a:buFont typeface="Arial"/>
                <a:buNone/>
              </a:pPr>
              <a:endParaRPr sz="1172"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dirty="0">
                <a:solidFill>
                  <a:srgbClr val="7068F4"/>
                </a:solidFill>
                <a:latin typeface="Urbanist Medium"/>
                <a:ea typeface="Urbanist Medium"/>
                <a:cs typeface="Urbanist Medium"/>
                <a:sym typeface="Urbanist Medium"/>
              </a:endParaRPr>
            </a:p>
          </p:txBody>
        </p:sp>
        <p:sp>
          <p:nvSpPr>
            <p:cNvPr id="136" name="Google Shape;136;p11"/>
            <p:cNvSpPr txBox="1"/>
            <p:nvPr/>
          </p:nvSpPr>
          <p:spPr>
            <a:xfrm>
              <a:off x="1518225" y="2894100"/>
              <a:ext cx="6654600" cy="1266600"/>
            </a:xfrm>
            <a:prstGeom prst="rect">
              <a:avLst/>
            </a:prstGeom>
            <a:noFill/>
            <a:ln>
              <a:noFill/>
            </a:ln>
          </p:spPr>
          <p:txBody>
            <a:bodyPr spcFirstLastPara="1" wrap="square" lIns="97450" tIns="97450" rIns="97450" bIns="97450" anchor="t" anchorCtr="0">
              <a:spAutoFit/>
            </a:bodyPr>
            <a:lstStyle/>
            <a:p>
              <a:pPr marL="457200" marR="241300" lvl="0" indent="-343154">
                <a:lnSpc>
                  <a:spcPct val="115000"/>
                </a:lnSpc>
                <a:buClr>
                  <a:schemeClr val="dk1"/>
                </a:buClr>
                <a:buSzPts val="1804"/>
                <a:buFont typeface="Urbanist Light"/>
                <a:buChar char="●"/>
              </a:pPr>
              <a:r>
                <a:rPr lang="en-US" sz="1804" dirty="0">
                  <a:solidFill>
                    <a:schemeClr val="dk1"/>
                  </a:solidFill>
                  <a:latin typeface="Urbanist Light"/>
                  <a:ea typeface="Urbanist Light"/>
                  <a:cs typeface="Urbanist Light"/>
                  <a:sym typeface="Urbanist Light"/>
                </a:rPr>
                <a:t> </a:t>
              </a:r>
              <a:endParaRPr sz="1804" b="0" i="0" u="none" strike="noStrike" cap="none" dirty="0">
                <a:solidFill>
                  <a:schemeClr val="dk1"/>
                </a:solidFill>
                <a:latin typeface="Urbanist Light"/>
                <a:ea typeface="Urbanist Light"/>
                <a:cs typeface="Urbanist Light"/>
                <a:sym typeface="Urbanist Light"/>
              </a:endParaRPr>
            </a:p>
            <a:p>
              <a:pPr marL="0" marR="0" lvl="0" indent="0" algn="l" rtl="0">
                <a:lnSpc>
                  <a:spcPct val="115000"/>
                </a:lnSpc>
                <a:spcBef>
                  <a:spcPts val="0"/>
                </a:spcBef>
                <a:spcAft>
                  <a:spcPts val="0"/>
                </a:spcAft>
                <a:buClr>
                  <a:srgbClr val="000000"/>
                </a:buClr>
                <a:buSzPts val="1705"/>
                <a:buFont typeface="Arial"/>
                <a:buNone/>
              </a:pPr>
              <a:endParaRPr sz="1704" b="0" i="0" u="none" strike="noStrike" cap="none" dirty="0">
                <a:solidFill>
                  <a:schemeClr val="dk1"/>
                </a:solidFill>
                <a:latin typeface="Urbanist Light"/>
                <a:ea typeface="Urbanist Light"/>
                <a:cs typeface="Urbanist Light"/>
                <a:sym typeface="Urbanist Light"/>
              </a:endParaRPr>
            </a:p>
            <a:p>
              <a:pPr marL="0" marR="0" lvl="0" indent="0" algn="l" rtl="0">
                <a:lnSpc>
                  <a:spcPct val="115000"/>
                </a:lnSpc>
                <a:spcBef>
                  <a:spcPts val="853"/>
                </a:spcBef>
                <a:spcAft>
                  <a:spcPts val="853"/>
                </a:spcAft>
                <a:buClr>
                  <a:srgbClr val="000000"/>
                </a:buClr>
                <a:buSzPts val="1705"/>
                <a:buFont typeface="Arial"/>
                <a:buNone/>
              </a:pPr>
              <a:endParaRPr sz="1704" b="0" i="0" u="none" strike="noStrike" cap="none" dirty="0">
                <a:solidFill>
                  <a:schemeClr val="dk1"/>
                </a:solidFill>
                <a:latin typeface="Urbanist Light"/>
                <a:ea typeface="Urbanist Light"/>
                <a:cs typeface="Urbanist Light"/>
                <a:sym typeface="Urbanist Light"/>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2"/>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t>8</a:t>
            </a:fld>
            <a:endParaRPr/>
          </a:p>
        </p:txBody>
      </p:sp>
      <p:sp>
        <p:nvSpPr>
          <p:cNvPr id="143" name="Google Shape;143;p12"/>
          <p:cNvSpPr txBox="1">
            <a:spLocks noGrp="1"/>
          </p:cNvSpPr>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lvl="0"/>
            <a:r>
              <a:rPr lang="en-US" sz="3900" dirty="0"/>
              <a:t>Marcelo Pacheco Alvaro’s Track Record of High-Impact Engineering Work</a:t>
            </a:r>
            <a:r>
              <a:rPr lang="en-US" sz="3900" dirty="0" err="1"/>
              <a:t/>
            </a:r>
            <a:r>
              <a:rPr lang="en-US" sz="3900" dirty="0"/>
              <a:t/>
            </a:r>
            <a:r>
              <a:rPr lang="en-US" sz="3900" dirty="0">
                <a:solidFill>
                  <a:srgbClr val="7068F4"/>
                </a:solidFill>
              </a:rPr>
              <a:t/>
            </a:r>
            <a:endParaRPr sz="3900" dirty="0"/>
          </a:p>
        </p:txBody>
      </p:sp>
      <p:grpSp>
        <p:nvGrpSpPr>
          <p:cNvPr id="144" name="Google Shape;144;p12"/>
          <p:cNvGrpSpPr/>
          <p:nvPr/>
        </p:nvGrpSpPr>
        <p:grpSpPr>
          <a:xfrm>
            <a:off x="886690" y="2435831"/>
            <a:ext cx="12531943" cy="1032066"/>
            <a:chOff x="1518225" y="2456626"/>
            <a:chExt cx="6654600" cy="968167"/>
          </a:xfrm>
        </p:grpSpPr>
        <p:sp>
          <p:nvSpPr>
            <p:cNvPr id="145" name="Google Shape;145;p12"/>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a:buNone/>
              </a:pPr>
              <a:r>
                <a:rPr lang="en-US" sz="2558">
                  <a:solidFill>
                    <a:srgbClr val="7068F4"/>
                  </a:solidFill>
                  <a:latin typeface="Urbanist Medium"/>
                  <a:ea typeface="Urbanist Medium"/>
                  <a:cs typeface="Urbanist Medium"/>
                  <a:sym typeface="Urbanist Medium"/>
                </a:rPr>
                <a:t>AI-Powered Pentest Agent</a:t>
              </a:r>
              <a:endParaRPr sz="2558" b="0" i="0" u="none" strike="noStrike" cap="none">
                <a:solidFill>
                  <a:srgbClr val="7068F4"/>
                </a:solidFill>
                <a:latin typeface="Urbanist Medium"/>
                <a:ea typeface="Urbanist Medium"/>
                <a:cs typeface="Urbanist Medium"/>
                <a:sym typeface="Urbanist Medium"/>
              </a:endParaRPr>
            </a:p>
          </p:txBody>
        </p:sp>
        <p:sp>
          <p:nvSpPr>
            <p:cNvPr id="146" name="Google Shape;146;p12"/>
            <p:cNvSpPr txBox="1"/>
            <p:nvPr/>
          </p:nvSpPr>
          <p:spPr>
            <a:xfrm>
              <a:off x="1518225" y="2980193"/>
              <a:ext cx="6654600" cy="444600"/>
            </a:xfrm>
            <a:prstGeom prst="rect">
              <a:avLst/>
            </a:prstGeom>
            <a:noFill/>
            <a:ln>
              <a:noFill/>
            </a:ln>
          </p:spPr>
          <p:txBody>
            <a:bodyPr spcFirstLastPara="1" wrap="square" lIns="97450" tIns="97450" rIns="97450" bIns="97450" anchor="t" anchorCtr="0">
              <a:spAutoFit/>
            </a:bodyPr>
            <a:lstStyle/>
            <a:p>
              <a:pPr marL="457200" marR="0" lvl="0" indent="-342900" algn="l" rtl="0">
                <a:lnSpc>
                  <a:spcPct val="115000"/>
                </a:lnSpc>
                <a:spcBef>
                  <a:spcPts val="0"/>
                </a:spcBef>
                <a:spcAft>
                  <a:spcPts val="0"/>
                </a:spcAft>
                <a:buClr>
                  <a:schemeClr val="dk1"/>
                </a:buClr>
                <a:buSzPts val="1800"/>
                <a:buFont typeface="Urbanist"/>
                <a:buChar char="●"/>
              </a:pPr>
              <a:r>
                <a:rPr lang="en-US" sz="1800">
                  <a:solidFill>
                    <a:schemeClr val="dk1"/>
                  </a:solidFill>
                  <a:latin typeface="Urbanist"/>
                  <a:ea typeface="Urbanist"/>
                  <a:cs typeface="Urbanist"/>
                  <a:sym typeface="Urbanist"/>
                </a:rPr>
                <a:t>[Description]</a:t>
              </a:r>
              <a:endParaRPr sz="1800" b="0" i="0" u="none" strike="noStrike" cap="none">
                <a:solidFill>
                  <a:schemeClr val="dk1"/>
                </a:solidFill>
                <a:latin typeface="Urbanist Light"/>
                <a:ea typeface="Urbanist Light"/>
                <a:cs typeface="Urbanist Light"/>
                <a:sym typeface="Urbanist Light"/>
              </a:endParaRPr>
            </a:p>
          </p:txBody>
        </p:sp>
      </p:grpSp>
      <p:grpSp>
        <p:nvGrpSpPr>
          <p:cNvPr id="147" name="Google Shape;147;p12"/>
          <p:cNvGrpSpPr/>
          <p:nvPr/>
        </p:nvGrpSpPr>
        <p:grpSpPr>
          <a:xfrm>
            <a:off x="886688" y="4626070"/>
            <a:ext cx="12531943" cy="3156106"/>
            <a:chOff x="1518225" y="2413591"/>
            <a:chExt cx="6654600" cy="2960700"/>
          </a:xfrm>
        </p:grpSpPr>
        <p:sp>
          <p:nvSpPr>
            <p:cNvPr id="148" name="Google Shape;148;p12"/>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a:buNone/>
              </a:pPr>
              <a:r>
                <a:rPr lang="en-US" sz="2558">
                  <a:solidFill>
                    <a:srgbClr val="7068F4"/>
                  </a:solidFill>
                  <a:latin typeface="Urbanist Medium"/>
                  <a:ea typeface="Urbanist Medium"/>
                  <a:cs typeface="Urbanist Medium"/>
                  <a:sym typeface="Urbanist Medium"/>
                </a:rPr>
                <a:t> </a:t>
              </a: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chemeClr val="dk1"/>
                </a:buClr>
                <a:buSzPts val="1100"/>
                <a:buFont typeface="Arial"/>
                <a:buNone/>
              </a:pPr>
              <a:endParaRPr sz="11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rgbClr val="000000"/>
                </a:buClr>
                <a:buSzPts val="1100"/>
                <a:buFont typeface="Arial"/>
                <a:buNone/>
              </a:pPr>
              <a:endParaRPr sz="11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rgbClr val="000000"/>
                </a:buClr>
                <a:buSzPts val="1172"/>
                <a:buFont typeface="Arial"/>
                <a:buNone/>
              </a:pPr>
              <a:endParaRPr sz="1172"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p:txBody>
        </p:sp>
        <p:sp>
          <p:nvSpPr>
            <p:cNvPr id="149" name="Google Shape;149;p12"/>
            <p:cNvSpPr txBox="1"/>
            <p:nvPr/>
          </p:nvSpPr>
          <p:spPr>
            <a:xfrm>
              <a:off x="1518225" y="2894100"/>
              <a:ext cx="6654600" cy="1116000"/>
            </a:xfrm>
            <a:prstGeom prst="rect">
              <a:avLst/>
            </a:prstGeom>
            <a:noFill/>
            <a:ln>
              <a:noFill/>
            </a:ln>
          </p:spPr>
          <p:txBody>
            <a:bodyPr spcFirstLastPara="1" wrap="square" lIns="97450" tIns="97450" rIns="97450" bIns="97450" anchor="t" anchorCtr="0">
              <a:spAutoFit/>
            </a:bodyPr>
            <a:lstStyle/>
            <a:p>
              <a:pPr marL="457200" marR="241300" lvl="0" indent="-343154" algn="l" rtl="0">
                <a:lnSpc>
                  <a:spcPct val="115000"/>
                </a:lnSpc>
                <a:spcBef>
                  <a:spcPts val="0"/>
                </a:spcBef>
                <a:spcAft>
                  <a:spcPts val="0"/>
                </a:spcAft>
                <a:buClr>
                  <a:schemeClr val="dk1"/>
                </a:buClr>
                <a:buSzPts val="1804"/>
                <a:buFont typeface="Urbanist Light"/>
                <a:buChar char="●"/>
              </a:pPr>
              <a:r>
                <a:rPr lang="en-US" sz="1804">
                  <a:solidFill>
                    <a:schemeClr val="dk1"/>
                  </a:solidFill>
                  <a:latin typeface="Urbanist Light"/>
                  <a:ea typeface="Urbanist Light"/>
                  <a:cs typeface="Urbanist Light"/>
                  <a:sym typeface="Urbanist Light"/>
                </a:rPr>
                <a:t>[Description]</a:t>
              </a:r>
              <a:endParaRPr sz="1804"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0"/>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853"/>
                </a:spcBef>
                <a:spcAft>
                  <a:spcPts val="853"/>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3"/>
          <p:cNvSpPr/>
          <p:nvPr/>
        </p:nvSpPr>
        <p:spPr>
          <a:xfrm>
            <a:off x="2489250" y="2584361"/>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13"/>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t>9</a:t>
            </a:fld>
            <a:endParaRPr/>
          </a:p>
        </p:txBody>
      </p:sp>
      <p:sp>
        <p:nvSpPr>
          <p:cNvPr id="157" name="Google Shape;157;p13"/>
          <p:cNvSpPr txBox="1">
            <a:spLocks noGrp="1"/>
          </p:cNvSpPr>
          <p:nvPr>
            <p:ph type="title"/>
          </p:nvPr>
        </p:nvSpPr>
        <p:spPr>
          <a:xfrm>
            <a:off x="1044250" y="858225"/>
            <a:ext cx="12921300" cy="1208700"/>
          </a:xfrm>
          <a:prstGeom prst="rect">
            <a:avLst/>
          </a:prstGeom>
          <a:noFill/>
          <a:ln>
            <a:noFill/>
          </a:ln>
        </p:spPr>
        <p:txBody>
          <a:bodyPr spcFirstLastPara="1" wrap="square" lIns="91425" tIns="91425" rIns="91425" bIns="91425" anchor="t" anchorCtr="0">
            <a:noAutofit/>
          </a:bodyPr>
          <a:lstStyle/>
          <a:p>
            <a:pPr lvl="0"/>
            <a:r>
              <a:rPr lang="en-US" dirty="0"/>
              <a:t>Where Marcelo Pacheco Alvaro Has Delivered Impact</a:t>
            </a:r>
            <a:r>
              <a:rPr lang="en-US" dirty="0" err="1"/>
              <a:t/>
            </a:r>
            <a:r>
              <a:rPr lang="en-US" dirty="0"/>
              <a:t/>
            </a:r>
            <a:endParaRPr dirty="0"/>
          </a:p>
        </p:txBody>
      </p:sp>
      <p:sp>
        <p:nvSpPr>
          <p:cNvPr id="158" name="Google Shape;158;p13"/>
          <p:cNvSpPr txBox="1"/>
          <p:nvPr/>
        </p:nvSpPr>
        <p:spPr>
          <a:xfrm>
            <a:off x="2999475" y="2863454"/>
            <a:ext cx="4647600" cy="1754700"/>
          </a:xfrm>
          <a:prstGeom prst="rect">
            <a:avLst/>
          </a:prstGeom>
          <a:noFill/>
          <a:ln>
            <a:noFill/>
          </a:ln>
        </p:spPr>
        <p:txBody>
          <a:bodyPr spcFirstLastPara="1" wrap="square" lIns="91425" tIns="91425" rIns="91425" bIns="91425" anchor="t" anchorCtr="0">
            <a:spAutoFit/>
          </a:bodyPr>
          <a:lstStyle/>
          <a:p>
            <a:pPr lvl="0">
              <a:buSzPts val="2400"/>
            </a:pPr>
            <a:r>
              <a:rPr lang="en-US" sz="2400" dirty="0">
                <a:latin typeface="Urbanist Medium"/>
                <a:ea typeface="Urbanist Medium"/>
                <a:cs typeface="Urbanist Medium"/>
                <a:sym typeface="Urbanist Medium"/>
              </a:rPr>
              <a:t> </a:t>
            </a:r>
            <a:endParaRPr sz="2400" b="0" i="0" u="none" strike="noStrike" cap="none" dirty="0">
              <a:solidFill>
                <a:srgbClr val="000000"/>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Urbanist Medium"/>
              <a:ea typeface="Urbanist Medium"/>
              <a:cs typeface="Urbanist Medium"/>
              <a:sym typeface="Urbanist Medium"/>
            </a:endParaRPr>
          </a:p>
          <a:p>
            <a:pPr lvl="0">
              <a:buSzPts val="2000"/>
            </a:pPr>
            <a:r>
              <a:rPr lang="en-US" sz="2000" dirty="0">
                <a:solidFill>
                  <a:srgbClr val="7068F4"/>
                </a:solidFill>
                <a:latin typeface="Urbanist Medium"/>
                <a:ea typeface="Urbanist Medium"/>
                <a:cs typeface="Urbanist Medium"/>
                <a:sym typeface="Urbanist Medium"/>
              </a:rPr>
              <a:t> </a:t>
            </a:r>
            <a:endParaRPr sz="2000" b="0" i="0" u="none" strike="noStrike" cap="none" dirty="0">
              <a:solidFill>
                <a:srgbClr val="7068F4"/>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dirty="0">
              <a:solidFill>
                <a:srgbClr val="7068F4"/>
              </a:solidFill>
              <a:latin typeface="Urbanist"/>
              <a:ea typeface="Urbanist"/>
              <a:cs typeface="Urbanist"/>
              <a:sym typeface="Urbanist"/>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dirty="0">
              <a:solidFill>
                <a:srgbClr val="7068F4"/>
              </a:solidFill>
              <a:latin typeface="Urbanist"/>
              <a:ea typeface="Urbanist"/>
              <a:cs typeface="Urbanist"/>
              <a:sym typeface="Urbanist"/>
            </a:endParaRPr>
          </a:p>
        </p:txBody>
      </p:sp>
      <p:sp>
        <p:nvSpPr>
          <p:cNvPr id="159" name="Google Shape;159;p13"/>
          <p:cNvSpPr txBox="1"/>
          <p:nvPr/>
        </p:nvSpPr>
        <p:spPr>
          <a:xfrm>
            <a:off x="2999400" y="5185704"/>
            <a:ext cx="4541400" cy="1739400"/>
          </a:xfrm>
          <a:prstGeom prst="rect">
            <a:avLst/>
          </a:prstGeom>
          <a:noFill/>
          <a:ln>
            <a:noFill/>
          </a:ln>
        </p:spPr>
        <p:txBody>
          <a:bodyPr spcFirstLastPara="1" wrap="square" lIns="91425" tIns="91425" rIns="91425" bIns="91425" anchor="t" anchorCtr="0">
            <a:spAutoFit/>
          </a:bodyPr>
          <a:lstStyle/>
          <a:p>
            <a:pPr lvl="0">
              <a:buSzPts val="2300"/>
            </a:pPr>
            <a:r>
              <a:rPr lang="en-US" sz="2300" dirty="0">
                <a:latin typeface="Urbanist Medium"/>
                <a:ea typeface="Urbanist Medium"/>
                <a:cs typeface="Urbanist Medium"/>
                <a:sym typeface="Urbanist Medium"/>
              </a:rPr>
              <a:t> </a:t>
            </a:r>
            <a:endParaRPr sz="2300" b="0" i="0" u="none" strike="noStrike" cap="none" dirty="0">
              <a:solidFill>
                <a:srgbClr val="000000"/>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Urbanist Medium"/>
              <a:ea typeface="Urbanist Medium"/>
              <a:cs typeface="Urbanist Medium"/>
              <a:sym typeface="Urbanist Medium"/>
            </a:endParaRPr>
          </a:p>
          <a:p>
            <a:pPr lvl="0">
              <a:buSzPts val="2000"/>
            </a:pPr>
            <a:r>
              <a:rPr lang="en-US" sz="2000" dirty="0">
                <a:solidFill>
                  <a:srgbClr val="7068F4"/>
                </a:solidFill>
                <a:latin typeface="Urbanist Medium"/>
                <a:ea typeface="Urbanist Medium"/>
                <a:cs typeface="Urbanist Medium"/>
                <a:sym typeface="Urbanist Medium"/>
              </a:rPr>
              <a:t> </a:t>
            </a:r>
            <a:endParaRPr sz="2000" b="0" i="0" u="none" strike="noStrike" cap="none" dirty="0">
              <a:solidFill>
                <a:srgbClr val="7068F4"/>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dirty="0">
              <a:solidFill>
                <a:srgbClr val="7068F4"/>
              </a:solidFill>
              <a:latin typeface="Urbanist"/>
              <a:ea typeface="Urbanist"/>
              <a:cs typeface="Urbanist"/>
              <a:sym typeface="Urbanist"/>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dirty="0">
              <a:solidFill>
                <a:srgbClr val="7068F4"/>
              </a:solidFill>
              <a:latin typeface="Urbanist"/>
              <a:ea typeface="Urbanist"/>
              <a:cs typeface="Urbanist"/>
              <a:sym typeface="Urbanist"/>
            </a:endParaRPr>
          </a:p>
        </p:txBody>
      </p:sp>
      <p:sp>
        <p:nvSpPr>
          <p:cNvPr id="160" name="Google Shape;160;p13"/>
          <p:cNvSpPr txBox="1"/>
          <p:nvPr/>
        </p:nvSpPr>
        <p:spPr>
          <a:xfrm>
            <a:off x="7443150" y="2863454"/>
            <a:ext cx="4647600" cy="1754700"/>
          </a:xfrm>
          <a:prstGeom prst="rect">
            <a:avLst/>
          </a:prstGeom>
          <a:noFill/>
          <a:ln>
            <a:noFill/>
          </a:ln>
        </p:spPr>
        <p:txBody>
          <a:bodyPr spcFirstLastPara="1" wrap="square" lIns="91425" tIns="91425" rIns="91425" bIns="91425" anchor="t" anchorCtr="0">
            <a:spAutoFit/>
          </a:bodyPr>
          <a:lstStyle/>
          <a:p>
            <a:pPr lvl="0">
              <a:buSzPts val="2400"/>
            </a:pPr>
            <a:r>
              <a:rPr lang="en-US" sz="2400" dirty="0">
                <a:latin typeface="Urbanist Medium"/>
                <a:ea typeface="Urbanist Medium"/>
                <a:cs typeface="Urbanist Medium"/>
                <a:sym typeface="Urbanist Medium"/>
              </a:rPr>
              <a:t> </a:t>
            </a:r>
            <a:endParaRPr sz="2400" b="0" i="0" u="none" strike="noStrike" cap="none" dirty="0">
              <a:solidFill>
                <a:srgbClr val="000000"/>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Urbanist Medium"/>
              <a:ea typeface="Urbanist Medium"/>
              <a:cs typeface="Urbanist Medium"/>
              <a:sym typeface="Urbanist Medium"/>
            </a:endParaRPr>
          </a:p>
          <a:p>
            <a:pPr lvl="0">
              <a:buSzPts val="2000"/>
            </a:pPr>
            <a:r>
              <a:rPr lang="en-US" sz="2000" dirty="0">
                <a:solidFill>
                  <a:srgbClr val="7068F4"/>
                </a:solidFill>
                <a:latin typeface="Urbanist Medium"/>
                <a:ea typeface="Urbanist Medium"/>
                <a:cs typeface="Urbanist Medium"/>
                <a:sym typeface="Urbanist Medium"/>
              </a:rPr>
              <a:t> </a:t>
            </a:r>
            <a:endParaRPr sz="2000" b="0" i="0" u="none" strike="noStrike" cap="none" dirty="0">
              <a:solidFill>
                <a:srgbClr val="7068F4"/>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dirty="0">
              <a:solidFill>
                <a:srgbClr val="7068F4"/>
              </a:solidFill>
              <a:latin typeface="Urbanist"/>
              <a:ea typeface="Urbanist"/>
              <a:cs typeface="Urbanist"/>
              <a:sym typeface="Urbanist"/>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dirty="0">
              <a:solidFill>
                <a:srgbClr val="7068F4"/>
              </a:solidFill>
              <a:latin typeface="Urbanist"/>
              <a:ea typeface="Urbanist"/>
              <a:cs typeface="Urbanist"/>
              <a:sym typeface="Urbanist"/>
            </a:endParaRPr>
          </a:p>
        </p:txBody>
      </p:sp>
      <p:sp>
        <p:nvSpPr>
          <p:cNvPr id="161" name="Google Shape;161;p13"/>
          <p:cNvSpPr txBox="1"/>
          <p:nvPr/>
        </p:nvSpPr>
        <p:spPr>
          <a:xfrm>
            <a:off x="7540800" y="5185704"/>
            <a:ext cx="4260900" cy="1446900"/>
          </a:xfrm>
          <a:prstGeom prst="rect">
            <a:avLst/>
          </a:prstGeom>
          <a:noFill/>
          <a:ln>
            <a:noFill/>
          </a:ln>
        </p:spPr>
        <p:txBody>
          <a:bodyPr spcFirstLastPara="1" wrap="square" lIns="91425" tIns="91425" rIns="91425" bIns="91425" anchor="t" anchorCtr="0">
            <a:spAutoFit/>
          </a:bodyPr>
          <a:lstStyle/>
          <a:p>
            <a:pPr lvl="0">
              <a:buSzPts val="2400"/>
            </a:pPr>
            <a:r>
              <a:rPr lang="en-US" sz="2400" dirty="0">
                <a:latin typeface="Urbanist Medium"/>
                <a:ea typeface="Urbanist Medium"/>
                <a:cs typeface="Urbanist Medium"/>
                <a:sym typeface="Urbanist Medium"/>
              </a:rPr>
              <a:t> </a:t>
            </a:r>
            <a:endParaRPr sz="2400" b="0" i="0" u="none" strike="noStrike" cap="none" dirty="0">
              <a:solidFill>
                <a:srgbClr val="000000"/>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Urbanist Medium"/>
              <a:ea typeface="Urbanist Medium"/>
              <a:cs typeface="Urbanist Medium"/>
              <a:sym typeface="Urbanist Medium"/>
            </a:endParaRPr>
          </a:p>
          <a:p>
            <a:pPr lvl="0">
              <a:buSzPts val="2000"/>
            </a:pPr>
            <a:r>
              <a:rPr lang="en-US" sz="2000" dirty="0">
                <a:solidFill>
                  <a:srgbClr val="7068F4"/>
                </a:solidFill>
                <a:latin typeface="Urbanist Medium"/>
                <a:ea typeface="Urbanist Medium"/>
                <a:cs typeface="Urbanist Medium"/>
                <a:sym typeface="Urbanist Medium"/>
              </a:rPr>
              <a:t> </a:t>
            </a:r>
            <a:endParaRPr sz="2000" b="0" i="0" u="none" strike="noStrike" cap="none" dirty="0">
              <a:solidFill>
                <a:srgbClr val="7068F4"/>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dirty="0">
              <a:solidFill>
                <a:srgbClr val="7068F4"/>
              </a:solidFill>
              <a:latin typeface="Urbanist"/>
              <a:ea typeface="Urbanist"/>
              <a:cs typeface="Urbanist"/>
              <a:sym typeface="Urbanis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4"/>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t>10</a:t>
            </a:fld>
            <a:endParaRPr/>
          </a:p>
        </p:txBody>
      </p:sp>
      <p:sp>
        <p:nvSpPr>
          <p:cNvPr id="168" name="Google Shape;168;p14"/>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a:p>
        </p:txBody>
      </p:sp>
      <p:sp>
        <p:nvSpPr>
          <p:cNvPr id="169" name="Google Shape;169;p14"/>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79"/>
              </a:spcBef>
              <a:spcAft>
                <a:spcPts val="0"/>
              </a:spcAft>
              <a:buClr>
                <a:srgbClr val="000000"/>
              </a:buClr>
              <a:buSzPts val="2558"/>
              <a:buFont typeface="Arial"/>
              <a:buNone/>
            </a:pPr>
            <a:r>
              <a:rPr lang="en-US" sz="2558" b="0" i="0" u="none" strike="noStrike" cap="none">
                <a:solidFill>
                  <a:schemeClr val="dk1"/>
                </a:solidFill>
                <a:latin typeface="Urbanist Light"/>
                <a:ea typeface="Urbanist Light"/>
                <a:cs typeface="Urbanist Light"/>
                <a:sym typeface="Urbanist Light"/>
              </a:rPr>
              <a:t>FutureProofing's Comprehensive Talent Evaluation Model</a:t>
            </a:r>
            <a:endParaRPr sz="2558"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1279"/>
              </a:spcBef>
              <a:spcAft>
                <a:spcPts val="1279"/>
              </a:spcAft>
              <a:buClr>
                <a:srgbClr val="000000"/>
              </a:buClr>
              <a:buSzPts val="2558"/>
              <a:buFont typeface="Arial"/>
              <a:buNone/>
            </a:pPr>
            <a:endParaRPr sz="2558" b="0" i="0" u="none" strike="noStrike" cap="none">
              <a:solidFill>
                <a:schemeClr val="dk1"/>
              </a:solidFill>
              <a:latin typeface="Urbanist Light"/>
              <a:ea typeface="Urbanist Light"/>
              <a:cs typeface="Urbanist Light"/>
              <a:sym typeface="Urbanist Light"/>
            </a:endParaRPr>
          </a:p>
        </p:txBody>
      </p:sp>
      <p:grpSp>
        <p:nvGrpSpPr>
          <p:cNvPr id="170" name="Google Shape;170;p14"/>
          <p:cNvGrpSpPr/>
          <p:nvPr/>
        </p:nvGrpSpPr>
        <p:grpSpPr>
          <a:xfrm>
            <a:off x="984850" y="2550736"/>
            <a:ext cx="12279361" cy="2161440"/>
            <a:chOff x="1518223" y="2327475"/>
            <a:chExt cx="11519100" cy="2027617"/>
          </a:xfrm>
        </p:grpSpPr>
        <p:sp>
          <p:nvSpPr>
            <p:cNvPr id="171" name="Google Shape;171;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a:buNone/>
              </a:pPr>
              <a:r>
                <a:rPr lang="en-US" sz="2558" b="0" i="0" u="none" strike="noStrike" cap="none">
                  <a:solidFill>
                    <a:srgbClr val="7068F4"/>
                  </a:solidFill>
                  <a:latin typeface="Urbanist Medium"/>
                  <a:ea typeface="Urbanist Medium"/>
                  <a:cs typeface="Urbanist Medium"/>
                  <a:sym typeface="Urbanist Medium"/>
                </a:rPr>
                <a:t>Communication &amp; Collaboration</a:t>
              </a: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rgbClr val="000000"/>
                </a:buClr>
                <a:buSzPts val="1172"/>
                <a:buFont typeface="Arial"/>
                <a:buNone/>
              </a:pPr>
              <a:endParaRPr sz="1172"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p:txBody>
        </p:sp>
        <p:sp>
          <p:nvSpPr>
            <p:cNvPr id="172" name="Google Shape;172;p14"/>
            <p:cNvSpPr txBox="1"/>
            <p:nvPr/>
          </p:nvSpPr>
          <p:spPr>
            <a:xfrm>
              <a:off x="1518223" y="2894092"/>
              <a:ext cx="11519100" cy="14610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a:buNone/>
              </a:pPr>
              <a:r>
                <a:rPr lang="en-US" sz="1704" b="0" i="0" u="none" strike="noStrike" cap="none">
                  <a:solidFill>
                    <a:schemeClr val="dk1"/>
                  </a:solidFill>
                  <a:latin typeface="Urbanist Light"/>
                  <a:ea typeface="Urbanist Light"/>
                  <a:cs typeface="Urbanist Light"/>
                  <a:sym typeface="Urbanist Light"/>
                </a:rPr>
                <a:t>Assesses clarity in conveying complex ideas, quality of documentation, comfort with cross-functional dialogue, ability to navigate interpersonal dynamics, and how the candidate builds shared understanding in teams. Looks for active listening, structured updates, and a collaborative tone even in disagreement.</a:t>
              </a:r>
              <a:endParaRPr sz="1704"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1500"/>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p:txBody>
        </p:sp>
      </p:grpSp>
      <p:grpSp>
        <p:nvGrpSpPr>
          <p:cNvPr id="173" name="Google Shape;173;p14"/>
          <p:cNvGrpSpPr/>
          <p:nvPr/>
        </p:nvGrpSpPr>
        <p:grpSpPr>
          <a:xfrm>
            <a:off x="984850" y="4260661"/>
            <a:ext cx="12279361" cy="2655851"/>
            <a:chOff x="1518223" y="2327475"/>
            <a:chExt cx="11519100" cy="2491417"/>
          </a:xfrm>
        </p:grpSpPr>
        <p:sp>
          <p:nvSpPr>
            <p:cNvPr id="174" name="Google Shape;174;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a:buNone/>
              </a:pPr>
              <a:r>
                <a:rPr lang="en-US" sz="2558" b="0" i="0" u="none" strike="noStrike" cap="none">
                  <a:solidFill>
                    <a:srgbClr val="7068F4"/>
                  </a:solidFill>
                  <a:latin typeface="Urbanist Medium"/>
                  <a:ea typeface="Urbanist Medium"/>
                  <a:cs typeface="Urbanist Medium"/>
                  <a:sym typeface="Urbanist Medium"/>
                </a:rPr>
                <a:t>Problem-Solving &amp; Critical Thinking</a:t>
              </a: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rgbClr val="000000"/>
                </a:buClr>
                <a:buSzPts val="1172"/>
                <a:buFont typeface="Arial"/>
                <a:buNone/>
              </a:pPr>
              <a:endParaRPr sz="1172"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p:txBody>
        </p:sp>
        <p:sp>
          <p:nvSpPr>
            <p:cNvPr id="175" name="Google Shape;175;p14"/>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a:buNone/>
              </a:pPr>
              <a:r>
                <a:rPr lang="en-US" sz="1704" b="0" i="0" u="none" strike="noStrike" cap="none">
                  <a:solidFill>
                    <a:schemeClr val="dk1"/>
                  </a:solidFill>
                  <a:latin typeface="Urbanist Light"/>
                  <a:ea typeface="Urbanist Light"/>
                  <a:cs typeface="Urbanist Light"/>
                  <a:sym typeface="Urbanist Light"/>
                </a:rPr>
                <a:t>Evaluates depth and structure of analytical approaches, debugging rigor, comfort with trade-offs, and how reasoning is articulated under constraints. Prioritizes individuals who approach ambiguity methodically, break down complex issues, and learn from iterative refinement.</a:t>
              </a:r>
              <a:endParaRPr sz="1704" b="0" i="0" u="none" strike="noStrike" cap="none">
                <a:solidFill>
                  <a:schemeClr val="dk1"/>
                </a:solidFill>
                <a:latin typeface="Urbanist Light"/>
                <a:ea typeface="Urbanist Light"/>
                <a:cs typeface="Urbanist Light"/>
                <a:sym typeface="Urbanist Light"/>
              </a:endParaRPr>
            </a:p>
            <a:p>
              <a:pPr marL="0" marR="241300" lvl="0" indent="0" algn="l" rtl="0">
                <a:lnSpc>
                  <a:spcPct val="115000"/>
                </a:lnSpc>
                <a:spcBef>
                  <a:spcPts val="1500"/>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1500"/>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p:txBody>
        </p:sp>
      </p:grpSp>
      <p:grpSp>
        <p:nvGrpSpPr>
          <p:cNvPr id="176" name="Google Shape;176;p14"/>
          <p:cNvGrpSpPr/>
          <p:nvPr/>
        </p:nvGrpSpPr>
        <p:grpSpPr>
          <a:xfrm>
            <a:off x="984850" y="5994861"/>
            <a:ext cx="12279361" cy="3150262"/>
            <a:chOff x="1518223" y="2327475"/>
            <a:chExt cx="11519100" cy="2955217"/>
          </a:xfrm>
        </p:grpSpPr>
        <p:sp>
          <p:nvSpPr>
            <p:cNvPr id="177" name="Google Shape;177;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a:buNone/>
              </a:pPr>
              <a:r>
                <a:rPr lang="en-US" sz="2558" b="0" i="0" u="none" strike="noStrike" cap="none">
                  <a:solidFill>
                    <a:srgbClr val="7068F4"/>
                  </a:solidFill>
                  <a:latin typeface="Urbanist Medium"/>
                  <a:ea typeface="Urbanist Medium"/>
                  <a:cs typeface="Urbanist Medium"/>
                  <a:sym typeface="Urbanist Medium"/>
                </a:rPr>
                <a:t>Ownership &amp; Accountability</a:t>
              </a: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rgbClr val="000000"/>
                </a:buClr>
                <a:buSzPts val="1172"/>
                <a:buFont typeface="Arial"/>
                <a:buNone/>
              </a:pPr>
              <a:endParaRPr sz="1172"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p:txBody>
        </p:sp>
        <p:sp>
          <p:nvSpPr>
            <p:cNvPr id="178" name="Google Shape;178;p14"/>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a:buNone/>
              </a:pPr>
              <a:r>
                <a:rPr lang="en-US" sz="1704" b="0" i="0" u="none" strike="noStrike" cap="none">
                  <a:solidFill>
                    <a:schemeClr val="dk1"/>
                  </a:solidFill>
                  <a:latin typeface="Urbanist Light"/>
                  <a:ea typeface="Urbanist Light"/>
                  <a:cs typeface="Urbanist Light"/>
                  <a:sym typeface="Urbanist Light"/>
                </a:rPr>
                <a:t>Focuses on personal responsibility for outcomes, proactive flagging of risks, ability to deliver autonomously, and evidence of pride in work quality. Looks for signs of initiative, task follow-through, and a reputation for dependability without over-indexing on control.</a:t>
              </a:r>
              <a:endParaRPr sz="1704" b="0" i="0" u="none" strike="noStrike" cap="none">
                <a:solidFill>
                  <a:schemeClr val="dk1"/>
                </a:solidFill>
                <a:latin typeface="Urbanist Light"/>
                <a:ea typeface="Urbanist Light"/>
                <a:cs typeface="Urbanist Light"/>
                <a:sym typeface="Urbanist Light"/>
              </a:endParaRPr>
            </a:p>
            <a:p>
              <a:pPr marL="0" marR="241300" lvl="0" indent="0" algn="l" rtl="0">
                <a:lnSpc>
                  <a:spcPct val="115000"/>
                </a:lnSpc>
                <a:spcBef>
                  <a:spcPts val="1500"/>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a:p>
              <a:pPr marL="0" marR="241300" lvl="0" indent="0" algn="l" rtl="0">
                <a:lnSpc>
                  <a:spcPct val="115000"/>
                </a:lnSpc>
                <a:spcBef>
                  <a:spcPts val="1500"/>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1500"/>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5"/>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t>11</a:t>
            </a:fld>
            <a:endParaRPr/>
          </a:p>
        </p:txBody>
      </p:sp>
      <p:sp>
        <p:nvSpPr>
          <p:cNvPr id="185" name="Google Shape;185;p15"/>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a:p>
        </p:txBody>
      </p:sp>
      <p:sp>
        <p:nvSpPr>
          <p:cNvPr id="186" name="Google Shape;186;p15"/>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79"/>
              </a:spcBef>
              <a:spcAft>
                <a:spcPts val="0"/>
              </a:spcAft>
              <a:buClr>
                <a:srgbClr val="000000"/>
              </a:buClr>
              <a:buSzPts val="2558"/>
              <a:buFont typeface="Arial"/>
              <a:buNone/>
            </a:pPr>
            <a:r>
              <a:rPr lang="en-US" sz="2558" b="0" i="0" u="none" strike="noStrike" cap="none">
                <a:solidFill>
                  <a:schemeClr val="dk1"/>
                </a:solidFill>
                <a:latin typeface="Urbanist Light"/>
                <a:ea typeface="Urbanist Light"/>
                <a:cs typeface="Urbanist Light"/>
                <a:sym typeface="Urbanist Light"/>
              </a:rPr>
              <a:t>FutureProofing's Comprehensive Talent Evaluation Model</a:t>
            </a:r>
            <a:endParaRPr sz="2558"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1279"/>
              </a:spcBef>
              <a:spcAft>
                <a:spcPts val="1279"/>
              </a:spcAft>
              <a:buClr>
                <a:srgbClr val="000000"/>
              </a:buClr>
              <a:buSzPts val="2558"/>
              <a:buFont typeface="Arial"/>
              <a:buNone/>
            </a:pPr>
            <a:endParaRPr sz="2558" b="0" i="0" u="none" strike="noStrike" cap="none">
              <a:solidFill>
                <a:schemeClr val="dk1"/>
              </a:solidFill>
              <a:latin typeface="Urbanist Light"/>
              <a:ea typeface="Urbanist Light"/>
              <a:cs typeface="Urbanist Light"/>
              <a:sym typeface="Urbanist Light"/>
            </a:endParaRPr>
          </a:p>
        </p:txBody>
      </p:sp>
      <p:grpSp>
        <p:nvGrpSpPr>
          <p:cNvPr id="187" name="Google Shape;187;p15"/>
          <p:cNvGrpSpPr/>
          <p:nvPr/>
        </p:nvGrpSpPr>
        <p:grpSpPr>
          <a:xfrm>
            <a:off x="984850" y="2550736"/>
            <a:ext cx="12279361" cy="2655851"/>
            <a:chOff x="1518223" y="2327475"/>
            <a:chExt cx="11519100" cy="2491417"/>
          </a:xfrm>
        </p:grpSpPr>
        <p:sp>
          <p:nvSpPr>
            <p:cNvPr id="188" name="Google Shape;188;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a:buNone/>
              </a:pPr>
              <a:r>
                <a:rPr lang="en-US" sz="2558" b="0" i="0" u="none" strike="noStrike" cap="none">
                  <a:solidFill>
                    <a:srgbClr val="7068F4"/>
                  </a:solidFill>
                  <a:latin typeface="Urbanist Medium"/>
                  <a:ea typeface="Urbanist Medium"/>
                  <a:cs typeface="Urbanist Medium"/>
                  <a:sym typeface="Urbanist Medium"/>
                </a:rPr>
                <a:t>Learning Agility &amp; Adaptability</a:t>
              </a: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rgbClr val="000000"/>
                </a:buClr>
                <a:buSzPts val="1172"/>
                <a:buFont typeface="Arial"/>
                <a:buNone/>
              </a:pPr>
              <a:endParaRPr sz="1172"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p:txBody>
        </p:sp>
        <p:sp>
          <p:nvSpPr>
            <p:cNvPr id="189" name="Google Shape;189;p15"/>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a:buNone/>
              </a:pPr>
              <a:r>
                <a:rPr lang="en-US" sz="1704" b="0" i="0" u="none" strike="noStrike" cap="none">
                  <a:solidFill>
                    <a:schemeClr val="dk1"/>
                  </a:solidFill>
                  <a:latin typeface="Urbanist Light"/>
                  <a:ea typeface="Urbanist Light"/>
                  <a:cs typeface="Urbanist Light"/>
                  <a:sym typeface="Urbanist Light"/>
                </a:rPr>
                <a:t>Measures how quickly someone absorbs new tools or domains, how they incorporate feedback, and how effectively they operate in changing contexts. Assesses comfort with experimentation, ability to reframe problems, and intellectual curiosity under shifting priorities.</a:t>
              </a:r>
              <a:endParaRPr sz="1704" b="0" i="0" u="none" strike="noStrike" cap="none">
                <a:solidFill>
                  <a:schemeClr val="dk1"/>
                </a:solidFill>
                <a:latin typeface="Urbanist Light"/>
                <a:ea typeface="Urbanist Light"/>
                <a:cs typeface="Urbanist Light"/>
                <a:sym typeface="Urbanist Light"/>
              </a:endParaRPr>
            </a:p>
            <a:p>
              <a:pPr marL="0" marR="241300" lvl="0" indent="0" algn="l" rtl="0">
                <a:lnSpc>
                  <a:spcPct val="115000"/>
                </a:lnSpc>
                <a:spcBef>
                  <a:spcPts val="1500"/>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1500"/>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p:txBody>
        </p:sp>
      </p:grpSp>
      <p:grpSp>
        <p:nvGrpSpPr>
          <p:cNvPr id="190" name="Google Shape;190;p15"/>
          <p:cNvGrpSpPr/>
          <p:nvPr/>
        </p:nvGrpSpPr>
        <p:grpSpPr>
          <a:xfrm>
            <a:off x="984850" y="4260661"/>
            <a:ext cx="12279361" cy="3150262"/>
            <a:chOff x="1518223" y="2327475"/>
            <a:chExt cx="11519100" cy="2955217"/>
          </a:xfrm>
        </p:grpSpPr>
        <p:sp>
          <p:nvSpPr>
            <p:cNvPr id="191" name="Google Shape;191;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a:buNone/>
              </a:pPr>
              <a:r>
                <a:rPr lang="en-US" sz="2558" b="0" i="0" u="none" strike="noStrike" cap="none">
                  <a:solidFill>
                    <a:srgbClr val="7068F4"/>
                  </a:solidFill>
                  <a:latin typeface="Urbanist Medium"/>
                  <a:ea typeface="Urbanist Medium"/>
                  <a:cs typeface="Urbanist Medium"/>
                  <a:sym typeface="Urbanist Medium"/>
                </a:rPr>
                <a:t>Resilience &amp; Growth Mindset</a:t>
              </a: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rgbClr val="000000"/>
                </a:buClr>
                <a:buSzPts val="1172"/>
                <a:buFont typeface="Arial"/>
                <a:buNone/>
              </a:pPr>
              <a:endParaRPr sz="1172"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p:txBody>
        </p:sp>
        <p:sp>
          <p:nvSpPr>
            <p:cNvPr id="192" name="Google Shape;192;p15"/>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a:buNone/>
              </a:pPr>
              <a:r>
                <a:rPr lang="en-US" sz="1704" b="0" i="0" u="none" strike="noStrike" cap="none">
                  <a:solidFill>
                    <a:schemeClr val="dk1"/>
                  </a:solidFill>
                  <a:latin typeface="Urbanist Light"/>
                  <a:ea typeface="Urbanist Light"/>
                  <a:cs typeface="Urbanist Light"/>
                  <a:sym typeface="Urbanist Light"/>
                </a:rPr>
                <a:t>Assesses response to setbacks, emotional recovery time, and whether the candidate seeks learning in failure. Looks for persistence under pressure, ability to maintain output when challenged, and language that reflects a constructive view of adversity.</a:t>
              </a:r>
              <a:endParaRPr sz="1704" b="0" i="0" u="none" strike="noStrike" cap="none">
                <a:solidFill>
                  <a:schemeClr val="dk1"/>
                </a:solidFill>
                <a:latin typeface="Urbanist Light"/>
                <a:ea typeface="Urbanist Light"/>
                <a:cs typeface="Urbanist Light"/>
                <a:sym typeface="Urbanist Light"/>
              </a:endParaRPr>
            </a:p>
            <a:p>
              <a:pPr marL="0" marR="241300" lvl="0" indent="0" algn="l" rtl="0">
                <a:lnSpc>
                  <a:spcPct val="115000"/>
                </a:lnSpc>
                <a:spcBef>
                  <a:spcPts val="1500"/>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a:p>
              <a:pPr marL="0" marR="241300" lvl="0" indent="0" algn="l" rtl="0">
                <a:lnSpc>
                  <a:spcPct val="115000"/>
                </a:lnSpc>
                <a:spcBef>
                  <a:spcPts val="1500"/>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1500"/>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p:txBody>
        </p:sp>
      </p:grpSp>
      <p:grpSp>
        <p:nvGrpSpPr>
          <p:cNvPr id="193" name="Google Shape;193;p15"/>
          <p:cNvGrpSpPr/>
          <p:nvPr/>
        </p:nvGrpSpPr>
        <p:grpSpPr>
          <a:xfrm>
            <a:off x="984850" y="5994861"/>
            <a:ext cx="12279361" cy="3342461"/>
            <a:chOff x="1518223" y="2327475"/>
            <a:chExt cx="11519100" cy="3135517"/>
          </a:xfrm>
        </p:grpSpPr>
        <p:sp>
          <p:nvSpPr>
            <p:cNvPr id="194" name="Google Shape;194;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a:buNone/>
              </a:pPr>
              <a:r>
                <a:rPr lang="en-US" sz="2558" b="0" i="0" u="none" strike="noStrike" cap="none">
                  <a:solidFill>
                    <a:srgbClr val="7068F4"/>
                  </a:solidFill>
                  <a:latin typeface="Urbanist Medium"/>
                  <a:ea typeface="Urbanist Medium"/>
                  <a:cs typeface="Urbanist Medium"/>
                  <a:sym typeface="Urbanist Medium"/>
                </a:rPr>
                <a:t>Cultural Fit &amp; Values Alignment</a:t>
              </a: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rgbClr val="000000"/>
                </a:buClr>
                <a:buSzPts val="1172"/>
                <a:buFont typeface="Arial"/>
                <a:buNone/>
              </a:pPr>
              <a:endParaRPr sz="1172"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p:txBody>
        </p:sp>
        <p:sp>
          <p:nvSpPr>
            <p:cNvPr id="195" name="Google Shape;195;p15"/>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a:buNone/>
              </a:pPr>
              <a:r>
                <a:rPr lang="en-US" sz="1704" b="0" i="0" u="none" strike="noStrike" cap="none">
                  <a:solidFill>
                    <a:schemeClr val="dk1"/>
                  </a:solidFill>
                  <a:latin typeface="Urbanist Light"/>
                  <a:ea typeface="Urbanist Light"/>
                  <a:cs typeface="Urbanist Light"/>
                  <a:sym typeface="Urbanist Light"/>
                </a:rPr>
                <a:t>Evaluates compatibility with team values, collaboration style, inclusiveness, and ethical orientation. Focuses on intrinsic motivation, self-awareness, and the behavioral alignment between what the candidate values and how the team operates.</a:t>
              </a:r>
              <a:endParaRPr sz="1704" b="0" i="0" u="none" strike="noStrike" cap="none">
                <a:solidFill>
                  <a:schemeClr val="dk1"/>
                </a:solidFill>
                <a:latin typeface="Urbanist Light"/>
                <a:ea typeface="Urbanist Light"/>
                <a:cs typeface="Urbanist Light"/>
                <a:sym typeface="Urbanist Light"/>
              </a:endParaRPr>
            </a:p>
            <a:p>
              <a:pPr marL="0" marR="241300" lvl="0" indent="0" algn="l" rtl="0">
                <a:lnSpc>
                  <a:spcPct val="115000"/>
                </a:lnSpc>
                <a:spcBef>
                  <a:spcPts val="1500"/>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a:p>
              <a:pPr marL="0" marR="241300" lvl="0" indent="0" algn="l" rtl="0">
                <a:lnSpc>
                  <a:spcPct val="115000"/>
                </a:lnSpc>
                <a:spcBef>
                  <a:spcPts val="1500"/>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a:p>
              <a:pPr marL="0" marR="241300" lvl="0" indent="0" algn="l" rtl="0">
                <a:lnSpc>
                  <a:spcPct val="115000"/>
                </a:lnSpc>
                <a:spcBef>
                  <a:spcPts val="1500"/>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1500"/>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t>12</a:t>
            </a:fld>
            <a:endParaRPr/>
          </a:p>
        </p:txBody>
      </p:sp>
      <p:sp>
        <p:nvSpPr>
          <p:cNvPr id="202" name="Google Shape;202;p16"/>
          <p:cNvSpPr txBox="1">
            <a:spLocks noGrp="1"/>
          </p:cNvSpPr>
          <p:nvPr>
            <p:ph type="title"/>
          </p:nvPr>
        </p:nvSpPr>
        <p:spPr>
          <a:xfrm>
            <a:off x="854550" y="672678"/>
            <a:ext cx="12921300" cy="1208700"/>
          </a:xfrm>
          <a:prstGeom prst="rect">
            <a:avLst/>
          </a:prstGeom>
          <a:noFill/>
          <a:ln>
            <a:noFill/>
          </a:ln>
        </p:spPr>
        <p:txBody>
          <a:bodyPr spcFirstLastPara="1" wrap="square" lIns="91425" tIns="91425" rIns="91425" bIns="91425" anchor="t" anchorCtr="0">
            <a:noAutofit/>
          </a:bodyPr>
          <a:lstStyle/>
          <a:p>
            <a:pPr lvl="0"/>
            <a:r>
              <a:rPr lang="en-US" sz="3500" dirty="0"/>
              <a:t>Why Marcelo Pacheco Alvaro Scores Exceptionally Across Behavioral Dimensions</a:t>
            </a:r>
            <a:r>
              <a:rPr lang="en-US" sz="3500" dirty="0" err="1"/>
              <a:t/>
            </a:r>
            <a:r>
              <a:rPr lang="en-US" sz="3500" dirty="0"/>
              <a:t/>
            </a:r>
            <a:endParaRPr sz="3500" dirty="0"/>
          </a:p>
        </p:txBody>
      </p:sp>
      <p:sp>
        <p:nvSpPr>
          <p:cNvPr id="203" name="Google Shape;203;p16"/>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79"/>
              </a:spcBef>
              <a:spcAft>
                <a:spcPts val="0"/>
              </a:spcAft>
              <a:buClr>
                <a:srgbClr val="000000"/>
              </a:buClr>
              <a:buSzPts val="2558"/>
              <a:buFont typeface="Arial"/>
              <a:buNone/>
            </a:pPr>
            <a:r>
              <a:rPr lang="en-US" sz="2558" b="0" i="0" u="none" strike="noStrike" cap="none">
                <a:solidFill>
                  <a:schemeClr val="dk1"/>
                </a:solidFill>
                <a:latin typeface="Urbanist Light"/>
                <a:ea typeface="Urbanist Light"/>
                <a:cs typeface="Urbanist Light"/>
                <a:sym typeface="Urbanist Light"/>
              </a:rPr>
              <a:t>Based on AI-powered behavioral assessment and structured interviews</a:t>
            </a:r>
            <a:endParaRPr sz="2558"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1279"/>
              </a:spcBef>
              <a:spcAft>
                <a:spcPts val="0"/>
              </a:spcAft>
              <a:buClr>
                <a:srgbClr val="000000"/>
              </a:buClr>
              <a:buSzPts val="2558"/>
              <a:buFont typeface="Arial"/>
              <a:buNone/>
            </a:pPr>
            <a:endParaRPr sz="2558"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1279"/>
              </a:spcBef>
              <a:spcAft>
                <a:spcPts val="1279"/>
              </a:spcAft>
              <a:buClr>
                <a:srgbClr val="000000"/>
              </a:buClr>
              <a:buSzPts val="2558"/>
              <a:buFont typeface="Arial"/>
              <a:buNone/>
            </a:pPr>
            <a:endParaRPr sz="2558" b="0" i="0" u="none" strike="noStrike" cap="none">
              <a:solidFill>
                <a:schemeClr val="dk1"/>
              </a:solidFill>
              <a:latin typeface="Urbanist Light"/>
              <a:ea typeface="Urbanist Light"/>
              <a:cs typeface="Urbanist Light"/>
              <a:sym typeface="Urbanist Light"/>
            </a:endParaRPr>
          </a:p>
        </p:txBody>
      </p:sp>
      <p:grpSp>
        <p:nvGrpSpPr>
          <p:cNvPr id="204" name="Google Shape;204;p16"/>
          <p:cNvGrpSpPr/>
          <p:nvPr/>
        </p:nvGrpSpPr>
        <p:grpSpPr>
          <a:xfrm>
            <a:off x="984850" y="5994861"/>
            <a:ext cx="12279361" cy="3342461"/>
            <a:chOff x="1518223" y="2327475"/>
            <a:chExt cx="11519100" cy="3135517"/>
          </a:xfrm>
        </p:grpSpPr>
        <p:sp>
          <p:nvSpPr>
            <p:cNvPr id="205" name="Google Shape;205;p16"/>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a:buNone/>
              </a:pPr>
              <a:r>
                <a:rPr lang="en-US" sz="2558" b="0" i="0" u="none" strike="noStrike" cap="none">
                  <a:solidFill>
                    <a:srgbClr val="7068F4"/>
                  </a:solidFill>
                  <a:latin typeface="Urbanist Medium"/>
                  <a:ea typeface="Urbanist Medium"/>
                  <a:cs typeface="Urbanist Medium"/>
                  <a:sym typeface="Urbanist Medium"/>
                </a:rPr>
                <a:t>Overall Assessment</a:t>
              </a: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rgbClr val="000000"/>
                </a:buClr>
                <a:buSzPts val="1172"/>
                <a:buFont typeface="Arial"/>
                <a:buNone/>
              </a:pPr>
              <a:endParaRPr sz="1172"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p:txBody>
        </p:sp>
        <p:sp>
          <p:nvSpPr>
            <p:cNvPr id="206" name="Google Shape;206;p16"/>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a:buNone/>
              </a:pPr>
              <a:r>
                <a:rPr lang="en-US" sz="1704" b="0" i="0" u="none" strike="noStrike" cap="none">
                  <a:solidFill>
                    <a:schemeClr val="dk1"/>
                  </a:solidFill>
                  <a:latin typeface="Urbanist Light"/>
                  <a:ea typeface="Urbanist Light"/>
                  <a:cs typeface="Urbanist Light"/>
                  <a:sym typeface="Urbanist Light"/>
                </a:rPr>
                <a:t>Evaluates compatibility with team values, collaboration style, inclusiveness, and ethical orientation. Focuses on intrinsic motivation, self-awareness, and the behavioral alignment between what the candidate values and how the team operates.</a:t>
              </a:r>
              <a:endParaRPr sz="1704" b="0" i="0" u="none" strike="noStrike" cap="none">
                <a:solidFill>
                  <a:schemeClr val="dk1"/>
                </a:solidFill>
                <a:latin typeface="Urbanist Light"/>
                <a:ea typeface="Urbanist Light"/>
                <a:cs typeface="Urbanist Light"/>
                <a:sym typeface="Urbanist Light"/>
              </a:endParaRPr>
            </a:p>
            <a:p>
              <a:pPr marL="0" marR="241300" lvl="0" indent="0" algn="l" rtl="0">
                <a:lnSpc>
                  <a:spcPct val="115000"/>
                </a:lnSpc>
                <a:spcBef>
                  <a:spcPts val="1500"/>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a:p>
              <a:pPr marL="0" marR="241300" lvl="0" indent="0" algn="l" rtl="0">
                <a:lnSpc>
                  <a:spcPct val="115000"/>
                </a:lnSpc>
                <a:spcBef>
                  <a:spcPts val="1500"/>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a:p>
              <a:pPr marL="0" marR="241300" lvl="0" indent="0" algn="l" rtl="0">
                <a:lnSpc>
                  <a:spcPct val="115000"/>
                </a:lnSpc>
                <a:spcBef>
                  <a:spcPts val="1500"/>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1500"/>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p:txBody>
        </p:sp>
      </p:grpSp>
      <p:sp>
        <p:nvSpPr>
          <p:cNvPr id="207" name="Google Shape;207;p16"/>
          <p:cNvSpPr/>
          <p:nvPr/>
        </p:nvSpPr>
        <p:spPr>
          <a:xfrm>
            <a:off x="1077800" y="2500150"/>
            <a:ext cx="12502200" cy="49803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08" name="Google Shape;208;p16"/>
          <p:cNvPicPr preferRelativeResize="0"/>
          <p:nvPr/>
        </p:nvPicPr>
        <p:blipFill rotWithShape="1">
          <a:blip r:embed="rId3">
            <a:alphaModFix/>
          </a:blip>
          <a:srcRect/>
          <a:stretch/>
        </p:blipFill>
        <p:spPr>
          <a:xfrm>
            <a:off x="1398060" y="2665712"/>
            <a:ext cx="11834279" cy="4649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t>13</a:t>
            </a:fld>
            <a:endParaRPr/>
          </a:p>
        </p:txBody>
      </p:sp>
      <p:grpSp>
        <p:nvGrpSpPr>
          <p:cNvPr id="215" name="Google Shape;215;p17"/>
          <p:cNvGrpSpPr/>
          <p:nvPr/>
        </p:nvGrpSpPr>
        <p:grpSpPr>
          <a:xfrm>
            <a:off x="984850" y="5926036"/>
            <a:ext cx="12279361" cy="1869626"/>
            <a:chOff x="1518223" y="2262911"/>
            <a:chExt cx="11519100" cy="1753870"/>
          </a:xfrm>
        </p:grpSpPr>
        <p:sp>
          <p:nvSpPr>
            <p:cNvPr id="216" name="Google Shape;216;p17"/>
            <p:cNvSpPr txBox="1"/>
            <p:nvPr/>
          </p:nvSpPr>
          <p:spPr>
            <a:xfrm>
              <a:off x="1518225" y="2262911"/>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a:buNone/>
              </a:pPr>
              <a:r>
                <a:rPr lang="en-US" sz="2558" b="0" i="0" u="none" strike="noStrike" cap="none">
                  <a:solidFill>
                    <a:srgbClr val="7068F4"/>
                  </a:solidFill>
                  <a:latin typeface="Urbanist Medium"/>
                  <a:ea typeface="Urbanist Medium"/>
                  <a:cs typeface="Urbanist Medium"/>
                  <a:sym typeface="Urbanist Medium"/>
                </a:rPr>
                <a:t>Overall Assessment: Exceptional Candidate</a:t>
              </a: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rgbClr val="000000"/>
                </a:buClr>
                <a:buSzPts val="1172"/>
                <a:buFont typeface="Arial"/>
                <a:buNone/>
              </a:pPr>
              <a:endParaRPr sz="1172"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p:txBody>
        </p:sp>
        <p:sp>
          <p:nvSpPr>
            <p:cNvPr id="217" name="Google Shape;217;p17"/>
            <p:cNvSpPr txBox="1"/>
            <p:nvPr/>
          </p:nvSpPr>
          <p:spPr>
            <a:xfrm>
              <a:off x="1518223" y="2700377"/>
              <a:ext cx="11519100" cy="1316404"/>
            </a:xfrm>
            <a:prstGeom prst="rect">
              <a:avLst/>
            </a:prstGeom>
            <a:noFill/>
            <a:ln>
              <a:noFill/>
            </a:ln>
          </p:spPr>
          <p:txBody>
            <a:bodyPr spcFirstLastPara="1" wrap="square" lIns="97450" tIns="97450" rIns="97450" bIns="97450" anchor="t" anchorCtr="0">
              <a:spAutoFit/>
            </a:bodyPr>
            <a:lstStyle/>
            <a:p>
              <a:pPr marR="241300" lvl="0">
                <a:lnSpc>
                  <a:spcPct val="115000"/>
                </a:lnSpc>
                <a:buSzPts val="1704"/>
              </a:pPr>
              <a:r>
                <a:rPr lang="en-US" sz="1704" dirty="0">
                  <a:solidFill>
                    <a:schemeClr val="dk1"/>
                  </a:solidFill>
                  <a:latin typeface="Urbanist Light"/>
                  <a:ea typeface="Urbanist Light"/>
                  <a:cs typeface="Urbanist Light"/>
                  <a:sym typeface="Urbanist Light"/>
                </a:rPr>
                <a:t>Marcelo Pacheco Alvaro shows outstanding learning agility, strong structured communication, and a high-ownership mindset uncommon for his experience level. His versatility across backend, DevOps, AI workflows, and ML fundamentals demonstrates rapid skill growth and real adaptability. He operates with clarity, emotional intelligence, and strong execution in fast-moving environments — making him a high-potential AI-native engineer ready to contribute immediately.</a:t>
              </a:r>
              <a:r>
                <a:rPr lang="en-US" sz="1704" dirty="0" err="1">
                  <a:solidFill>
                    <a:schemeClr val="dk1"/>
                  </a:solidFill>
                  <a:latin typeface="Urbanist Light"/>
                  <a:ea typeface="Urbanist Light"/>
                  <a:cs typeface="Urbanist Light"/>
                  <a:sym typeface="Urbanist Light"/>
                </a:rPr>
                <a:t/>
              </a:r>
              <a:r>
                <a:rPr lang="en-US" sz="1704" dirty="0">
                  <a:solidFill>
                    <a:schemeClr val="dk1"/>
                  </a:solidFill>
                  <a:latin typeface="Urbanist Light"/>
                  <a:ea typeface="Urbanist Light"/>
                  <a:cs typeface="Urbanist Light"/>
                  <a:sym typeface="Urbanist Light"/>
                </a:rPr>
                <a:t/>
              </a:r>
              <a:r>
                <a:rPr lang="en-US" sz="1704" b="0" i="0" u="none" strike="noStrike" cap="none" dirty="0">
                  <a:solidFill>
                    <a:schemeClr val="dk1"/>
                  </a:solidFill>
                  <a:latin typeface="Urbanist Light"/>
                  <a:ea typeface="Urbanist Light"/>
                  <a:cs typeface="Urbanist Light"/>
                  <a:sym typeface="Urbanist Light"/>
                </a:rPr>
                <a:t/>
              </a:r>
              <a:endParaRPr sz="1704" b="0" i="0" u="none" strike="noStrike" cap="none" dirty="0">
                <a:solidFill>
                  <a:schemeClr val="dk1"/>
                </a:solidFill>
                <a:latin typeface="Urbanist Light"/>
                <a:ea typeface="Urbanist Light"/>
                <a:cs typeface="Urbanist Light"/>
                <a:sym typeface="Urbanist Light"/>
              </a:endParaRPr>
            </a:p>
          </p:txBody>
        </p:sp>
      </p:grpSp>
      <p:sp>
        <p:nvSpPr>
          <p:cNvPr id="218" name="Google Shape;218;p17"/>
          <p:cNvSpPr/>
          <p:nvPr/>
        </p:nvSpPr>
        <p:spPr>
          <a:xfrm>
            <a:off x="1077800" y="2500150"/>
            <a:ext cx="12502200" cy="33426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19" name="Google Shape;219;p17"/>
          <p:cNvPicPr preferRelativeResize="0"/>
          <p:nvPr/>
        </p:nvPicPr>
        <p:blipFill rotWithShape="1">
          <a:blip r:embed="rId3">
            <a:alphaModFix/>
          </a:blip>
          <a:srcRect/>
          <a:stretch/>
        </p:blipFill>
        <p:spPr>
          <a:xfrm>
            <a:off x="1064100" y="2839900"/>
            <a:ext cx="12502200" cy="2549791"/>
          </a:xfrm>
          <a:prstGeom prst="rect">
            <a:avLst/>
          </a:prstGeom>
          <a:noFill/>
          <a:ln>
            <a:noFill/>
          </a:ln>
        </p:spPr>
      </p:pic>
      <p:sp>
        <p:nvSpPr>
          <p:cNvPr id="220" name="Google Shape;220;p17"/>
          <p:cNvSpPr txBox="1">
            <a:spLocks noGrp="1"/>
          </p:cNvSpPr>
          <p:nvPr>
            <p:ph type="title"/>
          </p:nvPr>
        </p:nvSpPr>
        <p:spPr>
          <a:xfrm>
            <a:off x="854550" y="631210"/>
            <a:ext cx="12921300" cy="1208700"/>
          </a:xfrm>
          <a:prstGeom prst="rect">
            <a:avLst/>
          </a:prstGeom>
          <a:noFill/>
          <a:ln>
            <a:noFill/>
          </a:ln>
        </p:spPr>
        <p:txBody>
          <a:bodyPr spcFirstLastPara="1" wrap="square" lIns="91425" tIns="91425" rIns="91425" bIns="91425" anchor="t" anchorCtr="0">
            <a:noAutofit/>
          </a:bodyPr>
          <a:lstStyle/>
          <a:p>
            <a:pPr lvl="0"/>
            <a:r>
              <a:rPr lang="en-US" sz="3500" dirty="0"/>
              <a:t>Why Marcelo Pacheco Alvaro Scores Exceptionally Across Behavioral Dimensions</a:t>
            </a:r>
            <a:r>
              <a:rPr lang="en-US" sz="3500" dirty="0" err="1"/>
              <a:t/>
            </a:r>
            <a:r>
              <a:rPr lang="en-US" sz="3500" dirty="0"/>
              <a:t/>
            </a:r>
            <a:endParaRPr sz="3500" dirty="0"/>
          </a:p>
        </p:txBody>
      </p:sp>
      <p:sp>
        <p:nvSpPr>
          <p:cNvPr id="221" name="Google Shape;221;p17"/>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79"/>
              </a:spcBef>
              <a:spcAft>
                <a:spcPts val="0"/>
              </a:spcAft>
              <a:buClr>
                <a:srgbClr val="000000"/>
              </a:buClr>
              <a:buSzPts val="2558"/>
              <a:buFont typeface="Arial"/>
              <a:buNone/>
            </a:pPr>
            <a:r>
              <a:rPr lang="en-US" sz="2558" b="0" i="0" u="none" strike="noStrike" cap="none">
                <a:solidFill>
                  <a:schemeClr val="dk1"/>
                </a:solidFill>
                <a:latin typeface="Urbanist Light"/>
                <a:ea typeface="Urbanist Light"/>
                <a:cs typeface="Urbanist Light"/>
                <a:sym typeface="Urbanist Light"/>
              </a:rPr>
              <a:t>Based on AI-powered behavioral assessment and structured interviews</a:t>
            </a:r>
            <a:endParaRPr sz="2558"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1279"/>
              </a:spcBef>
              <a:spcAft>
                <a:spcPts val="0"/>
              </a:spcAft>
              <a:buClr>
                <a:srgbClr val="000000"/>
              </a:buClr>
              <a:buSzPts val="2558"/>
              <a:buFont typeface="Arial"/>
              <a:buNone/>
            </a:pPr>
            <a:endParaRPr sz="2558"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1279"/>
              </a:spcBef>
              <a:spcAft>
                <a:spcPts val="1279"/>
              </a:spcAft>
              <a:buClr>
                <a:srgbClr val="000000"/>
              </a:buClr>
              <a:buSzPts val="2558"/>
              <a:buFont typeface="Arial"/>
              <a:buNone/>
            </a:pPr>
            <a:endParaRPr sz="2558" b="0" i="0" u="none" strike="noStrike" cap="none">
              <a:solidFill>
                <a:schemeClr val="dk1"/>
              </a:solidFill>
              <a:latin typeface="Urbanist Light"/>
              <a:ea typeface="Urbanist Light"/>
              <a:cs typeface="Urbanist Light"/>
              <a:sym typeface="Urbanist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8"/>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t>14</a:t>
            </a:fld>
            <a:endParaRPr/>
          </a:p>
        </p:txBody>
      </p:sp>
      <p:sp>
        <p:nvSpPr>
          <p:cNvPr id="228" name="Google Shape;228;p18"/>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endParaRPr/>
          </a:p>
        </p:txBody>
      </p:sp>
      <p:grpSp>
        <p:nvGrpSpPr>
          <p:cNvPr id="229" name="Google Shape;229;p18"/>
          <p:cNvGrpSpPr/>
          <p:nvPr/>
        </p:nvGrpSpPr>
        <p:grpSpPr>
          <a:xfrm>
            <a:off x="1049227" y="2775084"/>
            <a:ext cx="12531943" cy="3246210"/>
            <a:chOff x="1518225" y="2327475"/>
            <a:chExt cx="6654600" cy="3045225"/>
          </a:xfrm>
        </p:grpSpPr>
        <p:sp>
          <p:nvSpPr>
            <p:cNvPr id="230" name="Google Shape;230;p18"/>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a:buNone/>
              </a:pPr>
              <a:r>
                <a:rPr lang="en-US" sz="2858" b="0" i="0" u="none" strike="noStrike" cap="none">
                  <a:solidFill>
                    <a:srgbClr val="7068F4"/>
                  </a:solidFill>
                  <a:latin typeface="Urbanist Medium"/>
                  <a:ea typeface="Urbanist Medium"/>
                  <a:cs typeface="Urbanist Medium"/>
                  <a:sym typeface="Urbanist Medium"/>
                </a:rPr>
                <a:t>Why FutureProofing Uses HackerRank</a:t>
              </a:r>
              <a:endParaRPr sz="2858" b="0" i="0" u="none" strike="noStrike" cap="none">
                <a:solidFill>
                  <a:srgbClr val="7068F4"/>
                </a:solidFill>
                <a:latin typeface="Urbanist Medium"/>
                <a:ea typeface="Urbanist Medium"/>
                <a:cs typeface="Urbanist Medium"/>
                <a:sym typeface="Urbanist Medium"/>
              </a:endParaRPr>
            </a:p>
          </p:txBody>
        </p:sp>
        <p:sp>
          <p:nvSpPr>
            <p:cNvPr id="231" name="Google Shape;231;p18"/>
            <p:cNvSpPr txBox="1"/>
            <p:nvPr/>
          </p:nvSpPr>
          <p:spPr>
            <a:xfrm>
              <a:off x="1518225" y="2894100"/>
              <a:ext cx="6654600" cy="24786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1200"/>
                </a:spcBef>
                <a:spcAft>
                  <a:spcPts val="0"/>
                </a:spcAft>
                <a:buClr>
                  <a:schemeClr val="dk1"/>
                </a:buClr>
                <a:buSzPts val="1100"/>
                <a:buFont typeface="Arial"/>
                <a:buChar char="●"/>
              </a:pPr>
              <a:r>
                <a:rPr lang="en-US" sz="2205" b="0" i="0" u="none" strike="noStrike" cap="none">
                  <a:solidFill>
                    <a:schemeClr val="dk1"/>
                  </a:solidFill>
                  <a:latin typeface="Urbanist Light"/>
                  <a:ea typeface="Urbanist Light"/>
                  <a:cs typeface="Urbanist Light"/>
                  <a:sym typeface="Urbanist Light"/>
                </a:rPr>
                <a:t>Validates candidates’ ability to solve real engineering problems under real constraints</a:t>
              </a:r>
              <a:endParaRPr sz="2205" b="0" i="0" u="none" strike="noStrike" cap="none">
                <a:solidFill>
                  <a:schemeClr val="dk1"/>
                </a:solidFill>
                <a:latin typeface="Urbanist Light"/>
                <a:ea typeface="Urbanist Light"/>
                <a:cs typeface="Urbanist Light"/>
                <a:sym typeface="Urbanist Light"/>
              </a:endParaRPr>
            </a:p>
            <a:p>
              <a:pPr marL="457200" marR="0" lvl="0" indent="-298450" algn="l" rtl="0">
                <a:lnSpc>
                  <a:spcPct val="115000"/>
                </a:lnSpc>
                <a:spcBef>
                  <a:spcPts val="0"/>
                </a:spcBef>
                <a:spcAft>
                  <a:spcPts val="0"/>
                </a:spcAft>
                <a:buClr>
                  <a:schemeClr val="dk1"/>
                </a:buClr>
                <a:buSzPts val="1100"/>
                <a:buFont typeface="Arial"/>
                <a:buChar char="●"/>
              </a:pPr>
              <a:r>
                <a:rPr lang="en-US" sz="2205" b="0" i="0" u="none" strike="noStrike" cap="none">
                  <a:solidFill>
                    <a:schemeClr val="dk1"/>
                  </a:solidFill>
                  <a:latin typeface="Urbanist Light"/>
                  <a:ea typeface="Urbanist Light"/>
                  <a:cs typeface="Urbanist Light"/>
                  <a:sym typeface="Urbanist Light"/>
                </a:rPr>
                <a:t>Measures practical coding ability across backend, frontend, full-stack, and algorithmic challenges</a:t>
              </a:r>
              <a:endParaRPr sz="2205" b="0" i="0" u="none" strike="noStrike" cap="none">
                <a:solidFill>
                  <a:schemeClr val="dk1"/>
                </a:solidFill>
                <a:latin typeface="Urbanist Light"/>
                <a:ea typeface="Urbanist Light"/>
                <a:cs typeface="Urbanist Light"/>
                <a:sym typeface="Urbanist Light"/>
              </a:endParaRPr>
            </a:p>
            <a:p>
              <a:pPr marL="457200" marR="0" lvl="0" indent="-298450" algn="l" rtl="0">
                <a:lnSpc>
                  <a:spcPct val="115000"/>
                </a:lnSpc>
                <a:spcBef>
                  <a:spcPts val="0"/>
                </a:spcBef>
                <a:spcAft>
                  <a:spcPts val="0"/>
                </a:spcAft>
                <a:buClr>
                  <a:schemeClr val="dk1"/>
                </a:buClr>
                <a:buSzPts val="1100"/>
                <a:buFont typeface="Arial"/>
                <a:buChar char="●"/>
              </a:pPr>
              <a:r>
                <a:rPr lang="en-US" sz="2205" b="0" i="0" u="none" strike="noStrike" cap="none">
                  <a:solidFill>
                    <a:schemeClr val="dk1"/>
                  </a:solidFill>
                  <a:latin typeface="Urbanist Light"/>
                  <a:ea typeface="Urbanist Light"/>
                  <a:cs typeface="Urbanist Light"/>
                  <a:sym typeface="Urbanist Light"/>
                </a:rPr>
                <a:t>Provides global benchmarking to compare candidates fairly and consistently</a:t>
              </a:r>
              <a:endParaRPr sz="2205" b="0" i="0" u="none" strike="noStrike" cap="none">
                <a:solidFill>
                  <a:schemeClr val="dk1"/>
                </a:solidFill>
                <a:latin typeface="Urbanist Light"/>
                <a:ea typeface="Urbanist Light"/>
                <a:cs typeface="Urbanist Light"/>
                <a:sym typeface="Urbanist Light"/>
              </a:endParaRPr>
            </a:p>
            <a:p>
              <a:pPr marL="457200" marR="0" lvl="0" indent="-298450" algn="l" rtl="0">
                <a:lnSpc>
                  <a:spcPct val="115000"/>
                </a:lnSpc>
                <a:spcBef>
                  <a:spcPts val="0"/>
                </a:spcBef>
                <a:spcAft>
                  <a:spcPts val="0"/>
                </a:spcAft>
                <a:buClr>
                  <a:schemeClr val="dk1"/>
                </a:buClr>
                <a:buSzPts val="1100"/>
                <a:buFont typeface="Arial"/>
                <a:buChar char="●"/>
              </a:pPr>
              <a:r>
                <a:rPr lang="en-US" sz="2205" b="0" i="0" u="none" strike="noStrike" cap="none">
                  <a:solidFill>
                    <a:schemeClr val="dk1"/>
                  </a:solidFill>
                  <a:latin typeface="Urbanist Light"/>
                  <a:ea typeface="Urbanist Light"/>
                  <a:cs typeface="Urbanist Light"/>
                  <a:sym typeface="Urbanist Light"/>
                </a:rPr>
                <a:t>Ensures engineering hires meet a high technical bar before interviewing with clients</a:t>
              </a:r>
              <a:endParaRPr sz="2205" b="0" i="0" u="none" strike="noStrike" cap="none">
                <a:solidFill>
                  <a:schemeClr val="dk1"/>
                </a:solidFill>
                <a:latin typeface="Urbanist Light"/>
                <a:ea typeface="Urbanist Light"/>
                <a:cs typeface="Urbanist Light"/>
                <a:sym typeface="Urbanist Light"/>
              </a:endParaRPr>
            </a:p>
            <a:p>
              <a:pPr marL="457200" marR="0" lvl="0" indent="-298450" algn="l" rtl="0">
                <a:lnSpc>
                  <a:spcPct val="115000"/>
                </a:lnSpc>
                <a:spcBef>
                  <a:spcPts val="0"/>
                </a:spcBef>
                <a:spcAft>
                  <a:spcPts val="0"/>
                </a:spcAft>
                <a:buClr>
                  <a:schemeClr val="dk1"/>
                </a:buClr>
                <a:buSzPts val="1100"/>
                <a:buFont typeface="Arial"/>
                <a:buChar char="●"/>
              </a:pPr>
              <a:r>
                <a:rPr lang="en-US" sz="2205" b="0" i="0" u="none" strike="noStrike" cap="none">
                  <a:solidFill>
                    <a:schemeClr val="dk1"/>
                  </a:solidFill>
                  <a:latin typeface="Urbanist Light"/>
                  <a:ea typeface="Urbanist Light"/>
                  <a:cs typeface="Urbanist Light"/>
                  <a:sym typeface="Urbanist Light"/>
                </a:rPr>
                <a:t>Complements DataCamp by evaluating the software engineering side of AI-native development</a:t>
              </a:r>
              <a:endParaRPr sz="2205"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1200"/>
                </a:spcBef>
                <a:spcAft>
                  <a:spcPts val="853"/>
                </a:spcAft>
                <a:buClr>
                  <a:srgbClr val="000000"/>
                </a:buClr>
                <a:buSzPts val="2205"/>
                <a:buFont typeface="Arial"/>
                <a:buNone/>
              </a:pPr>
              <a:endParaRPr sz="2205" b="0" i="0" u="none" strike="noStrike" cap="none">
                <a:solidFill>
                  <a:schemeClr val="dk1"/>
                </a:solidFill>
                <a:latin typeface="Urbanist Light"/>
                <a:ea typeface="Urbanist Light"/>
                <a:cs typeface="Urbanist Light"/>
                <a:sym typeface="Urbanist Light"/>
              </a:endParaRPr>
            </a:p>
          </p:txBody>
        </p:sp>
      </p:grpSp>
      <p:sp>
        <p:nvSpPr>
          <p:cNvPr id="232" name="Google Shape;232;p18"/>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79"/>
              </a:spcBef>
              <a:spcAft>
                <a:spcPts val="1279"/>
              </a:spcAft>
              <a:buClr>
                <a:srgbClr val="000000"/>
              </a:buClr>
              <a:buSzPts val="2358"/>
              <a:buFont typeface="Arial"/>
              <a:buNone/>
            </a:pPr>
            <a:r>
              <a:rPr lang="en-US" sz="2358" b="0" i="0" u="none" strike="noStrike" cap="none">
                <a:solidFill>
                  <a:schemeClr val="dk1"/>
                </a:solidFill>
                <a:latin typeface="Urbanist Light"/>
                <a:ea typeface="Urbanist Light"/>
                <a:cs typeface="Urbanist Light"/>
                <a:sym typeface="Urbanist Light"/>
              </a:rPr>
              <a:t>HackerRank is the global standard for assessing real engineering skills used by Google, Amazon, and Microsoft.</a:t>
            </a:r>
            <a:endParaRPr sz="2258" b="1" i="0" u="none" strike="noStrike" cap="none">
              <a:solidFill>
                <a:schemeClr val="dk1"/>
              </a:solidFill>
              <a:latin typeface="Urbanist"/>
              <a:ea typeface="Urbanist"/>
              <a:cs typeface="Urbanist"/>
              <a:sym typeface="Urbanis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t>15</a:t>
            </a:fld>
            <a:endParaRPr/>
          </a:p>
        </p:txBody>
      </p:sp>
      <p:sp>
        <p:nvSpPr>
          <p:cNvPr id="239" name="Google Shape;239;p1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a:p>
        </p:txBody>
      </p:sp>
      <p:grpSp>
        <p:nvGrpSpPr>
          <p:cNvPr id="240" name="Google Shape;240;p19"/>
          <p:cNvGrpSpPr/>
          <p:nvPr/>
        </p:nvGrpSpPr>
        <p:grpSpPr>
          <a:xfrm>
            <a:off x="854550" y="2791681"/>
            <a:ext cx="12531943" cy="2174320"/>
            <a:chOff x="1518225" y="2327475"/>
            <a:chExt cx="6654600" cy="2039700"/>
          </a:xfrm>
        </p:grpSpPr>
        <p:sp>
          <p:nvSpPr>
            <p:cNvPr id="241" name="Google Shape;241;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a:buNone/>
              </a:pPr>
              <a:r>
                <a:rPr lang="en-US" sz="2558" b="0" i="0" u="none" strike="noStrike" cap="none">
                  <a:solidFill>
                    <a:srgbClr val="7068F4"/>
                  </a:solidFill>
                  <a:latin typeface="Urbanist Medium"/>
                  <a:ea typeface="Urbanist Medium"/>
                  <a:cs typeface="Urbanist Medium"/>
                  <a:sym typeface="Urbanist Medium"/>
                </a:rPr>
                <a:t>Assessment Overview</a:t>
              </a: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chemeClr val="dk1"/>
                </a:buClr>
                <a:buSzPts val="1100"/>
                <a:buFont typeface="Arial"/>
                <a:buNone/>
              </a:pPr>
              <a:endParaRPr sz="11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rgbClr val="000000"/>
                </a:buClr>
                <a:buSzPts val="1172"/>
                <a:buFont typeface="Arial"/>
                <a:buNone/>
              </a:pPr>
              <a:endParaRPr sz="1172"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p:txBody>
        </p:sp>
        <p:sp>
          <p:nvSpPr>
            <p:cNvPr id="242" name="Google Shape;242;p19"/>
            <p:cNvSpPr txBox="1"/>
            <p:nvPr/>
          </p:nvSpPr>
          <p:spPr>
            <a:xfrm>
              <a:off x="1518225" y="2894100"/>
              <a:ext cx="6654600" cy="1383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a:buNone/>
              </a:pPr>
              <a:r>
                <a:rPr lang="en-US" sz="1704" b="0" i="0" u="none" strike="noStrike" cap="none">
                  <a:solidFill>
                    <a:schemeClr val="dk1"/>
                  </a:solidFill>
                  <a:latin typeface="Urbanist Light"/>
                  <a:ea typeface="Urbanist Light"/>
                  <a:cs typeface="Urbanist Light"/>
                  <a:sym typeface="Urbanist Light"/>
                </a:rPr>
                <a:t>The HackerRank Full-Stack Developer Test measures an engineer's ability to build an end-to-end application including front-end, back-end, and database layers. It simulates real production constraints and evaluates both technical execution and engineering judgment.</a:t>
              </a:r>
              <a:endParaRPr sz="1704"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853"/>
                </a:spcBef>
                <a:spcAft>
                  <a:spcPts val="853"/>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p:txBody>
        </p:sp>
      </p:grpSp>
      <p:grpSp>
        <p:nvGrpSpPr>
          <p:cNvPr id="243" name="Google Shape;243;p19"/>
          <p:cNvGrpSpPr/>
          <p:nvPr/>
        </p:nvGrpSpPr>
        <p:grpSpPr>
          <a:xfrm>
            <a:off x="854550" y="4564822"/>
            <a:ext cx="7093804" cy="3047778"/>
            <a:chOff x="-3583229" y="2426185"/>
            <a:chExt cx="6654600" cy="2859079"/>
          </a:xfrm>
        </p:grpSpPr>
        <p:sp>
          <p:nvSpPr>
            <p:cNvPr id="244" name="Google Shape;244;p19"/>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a:buNone/>
              </a:pPr>
              <a:r>
                <a:rPr lang="en-US" sz="2558" b="0" i="0" u="none" strike="noStrike" cap="none">
                  <a:solidFill>
                    <a:srgbClr val="7068F4"/>
                  </a:solidFill>
                  <a:latin typeface="Urbanist Medium"/>
                  <a:ea typeface="Urbanist Medium"/>
                  <a:cs typeface="Urbanist Medium"/>
                  <a:sym typeface="Urbanist Medium"/>
                </a:rPr>
                <a:t>Back End Development</a:t>
              </a: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chemeClr val="dk1"/>
                </a:buClr>
                <a:buSzPts val="1100"/>
                <a:buFont typeface="Arial"/>
                <a:buNone/>
              </a:pPr>
              <a:endParaRPr sz="11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rgbClr val="000000"/>
                </a:buClr>
                <a:buSzPts val="1172"/>
                <a:buFont typeface="Arial"/>
                <a:buNone/>
              </a:pPr>
              <a:endParaRPr sz="1172"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p:txBody>
        </p:sp>
        <p:sp>
          <p:nvSpPr>
            <p:cNvPr id="245" name="Google Shape;245;p19"/>
            <p:cNvSpPr txBox="1"/>
            <p:nvPr/>
          </p:nvSpPr>
          <p:spPr>
            <a:xfrm>
              <a:off x="-3583229" y="2949764"/>
              <a:ext cx="6654600" cy="2335500"/>
            </a:xfrm>
            <a:prstGeom prst="rect">
              <a:avLst/>
            </a:prstGeom>
            <a:noFill/>
            <a:ln>
              <a:noFill/>
            </a:ln>
          </p:spPr>
          <p:txBody>
            <a:bodyPr spcFirstLastPara="1" wrap="square" lIns="97450" tIns="97450" rIns="97450" bIns="97450" anchor="t" anchorCtr="0">
              <a:spAutoFit/>
            </a:bodyPr>
            <a:lstStyle/>
            <a:p>
              <a:pPr marL="457200" marR="0" lvl="0" indent="-336902" algn="l" rtl="0">
                <a:lnSpc>
                  <a:spcPct val="115000"/>
                </a:lnSpc>
                <a:spcBef>
                  <a:spcPts val="0"/>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REST API design and implementation</a:t>
              </a:r>
              <a:endParaRPr sz="1704" b="0" i="0" u="none" strike="noStrike" cap="none">
                <a:solidFill>
                  <a:schemeClr val="dk1"/>
                </a:solidFill>
                <a:latin typeface="Urbanist Light"/>
                <a:ea typeface="Urbanist Light"/>
                <a:cs typeface="Urbanist Light"/>
                <a:sym typeface="Urbanist Light"/>
              </a:endParaRPr>
            </a:p>
            <a:p>
              <a:pPr marL="457200" marR="0" lvl="0" indent="-336902" algn="l" rtl="0">
                <a:lnSpc>
                  <a:spcPct val="115000"/>
                </a:lnSpc>
                <a:spcBef>
                  <a:spcPts val="0"/>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CRUD functionality and routing logic</a:t>
              </a:r>
              <a:endParaRPr sz="1704" b="0" i="0" u="none" strike="noStrike" cap="none">
                <a:solidFill>
                  <a:schemeClr val="dk1"/>
                </a:solidFill>
                <a:latin typeface="Urbanist Light"/>
                <a:ea typeface="Urbanist Light"/>
                <a:cs typeface="Urbanist Light"/>
                <a:sym typeface="Urbanist Light"/>
              </a:endParaRPr>
            </a:p>
            <a:p>
              <a:pPr marL="457200" marR="0" lvl="0" indent="-336902" algn="l" rtl="0">
                <a:lnSpc>
                  <a:spcPct val="115000"/>
                </a:lnSpc>
                <a:spcBef>
                  <a:spcPts val="0"/>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Input validation and error handling</a:t>
              </a:r>
              <a:endParaRPr sz="1704" b="0" i="0" u="none" strike="noStrike" cap="none">
                <a:solidFill>
                  <a:schemeClr val="dk1"/>
                </a:solidFill>
                <a:latin typeface="Urbanist Light"/>
                <a:ea typeface="Urbanist Light"/>
                <a:cs typeface="Urbanist Light"/>
                <a:sym typeface="Urbanist Light"/>
              </a:endParaRPr>
            </a:p>
            <a:p>
              <a:pPr marL="457200" marR="0" lvl="0" indent="-336902" algn="l" rtl="0">
                <a:lnSpc>
                  <a:spcPct val="115000"/>
                </a:lnSpc>
                <a:spcBef>
                  <a:spcPts val="0"/>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Service and controller architecture</a:t>
              </a:r>
              <a:endParaRPr sz="1704" b="0" i="0" u="none" strike="noStrike" cap="none">
                <a:solidFill>
                  <a:schemeClr val="dk1"/>
                </a:solidFill>
                <a:latin typeface="Urbanist Light"/>
                <a:ea typeface="Urbanist Light"/>
                <a:cs typeface="Urbanist Light"/>
                <a:sym typeface="Urbanist Light"/>
              </a:endParaRPr>
            </a:p>
            <a:p>
              <a:pPr marL="457200" marR="0" lvl="0" indent="-336902" algn="l" rtl="0">
                <a:lnSpc>
                  <a:spcPct val="115000"/>
                </a:lnSpc>
                <a:spcBef>
                  <a:spcPts val="0"/>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Security and defensive programming</a:t>
              </a:r>
              <a:endParaRPr sz="1704"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853"/>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853"/>
                </a:spcBef>
                <a:spcAft>
                  <a:spcPts val="853"/>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p:txBody>
        </p:sp>
      </p:grpSp>
      <p:grpSp>
        <p:nvGrpSpPr>
          <p:cNvPr id="246" name="Google Shape;246;p19"/>
          <p:cNvGrpSpPr/>
          <p:nvPr/>
        </p:nvGrpSpPr>
        <p:grpSpPr>
          <a:xfrm>
            <a:off x="7159520" y="4451222"/>
            <a:ext cx="7093804" cy="3504928"/>
            <a:chOff x="1518225" y="2327475"/>
            <a:chExt cx="6654600" cy="3287925"/>
          </a:xfrm>
        </p:grpSpPr>
        <p:sp>
          <p:nvSpPr>
            <p:cNvPr id="247" name="Google Shape;247;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a:buNone/>
              </a:pPr>
              <a:r>
                <a:rPr lang="en-US" sz="2558" b="0" i="0" u="none" strike="noStrike" cap="none">
                  <a:solidFill>
                    <a:srgbClr val="7068F4"/>
                  </a:solidFill>
                  <a:latin typeface="Urbanist Medium"/>
                  <a:ea typeface="Urbanist Medium"/>
                  <a:cs typeface="Urbanist Medium"/>
                  <a:sym typeface="Urbanist Medium"/>
                </a:rPr>
                <a:t>Front End Development</a:t>
              </a: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chemeClr val="dk1"/>
                </a:buClr>
                <a:buSzPts val="1100"/>
                <a:buFont typeface="Arial"/>
                <a:buNone/>
              </a:pPr>
              <a:endParaRPr sz="11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rgbClr val="000000"/>
                </a:buClr>
                <a:buSzPts val="1172"/>
                <a:buFont typeface="Arial"/>
                <a:buNone/>
              </a:pPr>
              <a:endParaRPr sz="1172"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p:txBody>
        </p:sp>
        <p:sp>
          <p:nvSpPr>
            <p:cNvPr id="248" name="Google Shape;248;p19"/>
            <p:cNvSpPr txBox="1"/>
            <p:nvPr/>
          </p:nvSpPr>
          <p:spPr>
            <a:xfrm>
              <a:off x="1518225" y="2894100"/>
              <a:ext cx="6654600" cy="2721300"/>
            </a:xfrm>
            <a:prstGeom prst="rect">
              <a:avLst/>
            </a:prstGeom>
            <a:noFill/>
            <a:ln>
              <a:noFill/>
            </a:ln>
          </p:spPr>
          <p:txBody>
            <a:bodyPr spcFirstLastPara="1" wrap="square" lIns="97450" tIns="97450" rIns="97450" bIns="97450" anchor="t" anchorCtr="0">
              <a:spAutoFit/>
            </a:bodyPr>
            <a:lstStyle/>
            <a:p>
              <a:pPr marL="457200" marR="0" lvl="0" indent="-336902" algn="l" rtl="0">
                <a:lnSpc>
                  <a:spcPct val="115000"/>
                </a:lnSpc>
                <a:spcBef>
                  <a:spcPts val="0"/>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Dynamic component rendering</a:t>
              </a:r>
              <a:endParaRPr sz="1704" b="0" i="0" u="none" strike="noStrike" cap="none">
                <a:solidFill>
                  <a:schemeClr val="dk1"/>
                </a:solidFill>
                <a:latin typeface="Urbanist Light"/>
                <a:ea typeface="Urbanist Light"/>
                <a:cs typeface="Urbanist Light"/>
                <a:sym typeface="Urbanist Light"/>
              </a:endParaRPr>
            </a:p>
            <a:p>
              <a:pPr marL="457200" marR="0" lvl="0" indent="-336902" algn="l" rtl="0">
                <a:lnSpc>
                  <a:spcPct val="115000"/>
                </a:lnSpc>
                <a:spcBef>
                  <a:spcPts val="0"/>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API consumption and state management</a:t>
              </a:r>
              <a:endParaRPr sz="1704" b="0" i="0" u="none" strike="noStrike" cap="none">
                <a:solidFill>
                  <a:schemeClr val="dk1"/>
                </a:solidFill>
                <a:latin typeface="Urbanist Light"/>
                <a:ea typeface="Urbanist Light"/>
                <a:cs typeface="Urbanist Light"/>
                <a:sym typeface="Urbanist Light"/>
              </a:endParaRPr>
            </a:p>
            <a:p>
              <a:pPr marL="457200" marR="0" lvl="0" indent="-336902" algn="l" rtl="0">
                <a:lnSpc>
                  <a:spcPct val="115000"/>
                </a:lnSpc>
                <a:spcBef>
                  <a:spcPts val="0"/>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Loading and error state handling</a:t>
              </a:r>
              <a:endParaRPr sz="1704" b="0" i="0" u="none" strike="noStrike" cap="none">
                <a:solidFill>
                  <a:schemeClr val="dk1"/>
                </a:solidFill>
                <a:latin typeface="Urbanist Light"/>
                <a:ea typeface="Urbanist Light"/>
                <a:cs typeface="Urbanist Light"/>
                <a:sym typeface="Urbanist Light"/>
              </a:endParaRPr>
            </a:p>
            <a:p>
              <a:pPr marL="457200" marR="0" lvl="0" indent="-336902" algn="l" rtl="0">
                <a:lnSpc>
                  <a:spcPct val="115000"/>
                </a:lnSpc>
                <a:spcBef>
                  <a:spcPts val="0"/>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Responsive layouts</a:t>
              </a:r>
              <a:endParaRPr sz="1704" b="0" i="0" u="none" strike="noStrike" cap="none">
                <a:solidFill>
                  <a:schemeClr val="dk1"/>
                </a:solidFill>
                <a:latin typeface="Urbanist Light"/>
                <a:ea typeface="Urbanist Light"/>
                <a:cs typeface="Urbanist Light"/>
                <a:sym typeface="Urbanist Light"/>
              </a:endParaRPr>
            </a:p>
            <a:p>
              <a:pPr marL="457200" marR="0" lvl="0" indent="-336902" algn="l" rtl="0">
                <a:lnSpc>
                  <a:spcPct val="115000"/>
                </a:lnSpc>
                <a:spcBef>
                  <a:spcPts val="0"/>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Clean, modular UI code</a:t>
              </a:r>
              <a:endParaRPr sz="1704" b="0" i="0" u="none" strike="noStrike" cap="none">
                <a:solidFill>
                  <a:schemeClr val="dk1"/>
                </a:solidFill>
                <a:latin typeface="Urbanist Light"/>
                <a:ea typeface="Urbanist Light"/>
                <a:cs typeface="Urbanist Light"/>
                <a:sym typeface="Urbanist Light"/>
              </a:endParaRPr>
            </a:p>
            <a:p>
              <a:pPr marL="457200" marR="0" lvl="0" indent="0" algn="l" rtl="0">
                <a:lnSpc>
                  <a:spcPct val="115000"/>
                </a:lnSpc>
                <a:spcBef>
                  <a:spcPts val="853"/>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853"/>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853"/>
                </a:spcBef>
                <a:spcAft>
                  <a:spcPts val="853"/>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p:txBody>
        </p:sp>
      </p:grpSp>
      <p:sp>
        <p:nvSpPr>
          <p:cNvPr id="249" name="Google Shape;249;p19"/>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79"/>
              </a:spcBef>
              <a:spcAft>
                <a:spcPts val="1279"/>
              </a:spcAft>
              <a:buClr>
                <a:srgbClr val="000000"/>
              </a:buClr>
              <a:buSzPts val="2358"/>
              <a:buFont typeface="Arial"/>
              <a:buNone/>
            </a:pPr>
            <a:r>
              <a:rPr lang="en-US" sz="2358" b="0" i="0" u="none" strike="noStrike" cap="none">
                <a:solidFill>
                  <a:schemeClr val="dk1"/>
                </a:solidFill>
                <a:latin typeface="Urbanist Light"/>
                <a:ea typeface="Urbanist Light"/>
                <a:cs typeface="Urbanist Light"/>
                <a:sym typeface="Urbanist Light"/>
              </a:rPr>
              <a:t>HackerRank is the global standard for assessing real engineering skills used by Google, Amazon, and Microsoft. </a:t>
            </a:r>
            <a:endParaRPr sz="2558" b="0" i="0" u="none" strike="noStrike" cap="none">
              <a:solidFill>
                <a:schemeClr val="dk1"/>
              </a:solidFill>
              <a:latin typeface="Urbanist Light"/>
              <a:ea typeface="Urbanist Light"/>
              <a:cs typeface="Urbanist Light"/>
              <a:sym typeface="Urbanist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0"/>
          <p:cNvSpPr txBox="1">
            <a:spLocks noGrp="1"/>
          </p:cNvSpPr>
          <p:nvPr>
            <p:ph type="sldNum" idx="12"/>
          </p:nvPr>
        </p:nvSpPr>
        <p:spPr>
          <a:xfrm>
            <a:off x="8611604" y="6694723"/>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t>16</a:t>
            </a:fld>
            <a:endParaRPr/>
          </a:p>
        </p:txBody>
      </p:sp>
      <p:grpSp>
        <p:nvGrpSpPr>
          <p:cNvPr id="256" name="Google Shape;256;p20"/>
          <p:cNvGrpSpPr/>
          <p:nvPr/>
        </p:nvGrpSpPr>
        <p:grpSpPr>
          <a:xfrm>
            <a:off x="854552" y="4834831"/>
            <a:ext cx="12531943" cy="2489883"/>
            <a:chOff x="1518225" y="2327475"/>
            <a:chExt cx="6654600" cy="2335725"/>
          </a:xfrm>
        </p:grpSpPr>
        <p:sp>
          <p:nvSpPr>
            <p:cNvPr id="257" name="Google Shape;257;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a:buNone/>
              </a:pPr>
              <a:r>
                <a:rPr lang="en-US" sz="2558" b="0" i="0" u="none" strike="noStrike" cap="none">
                  <a:solidFill>
                    <a:srgbClr val="7068F4"/>
                  </a:solidFill>
                  <a:latin typeface="Urbanist Medium"/>
                  <a:ea typeface="Urbanist Medium"/>
                  <a:cs typeface="Urbanist Medium"/>
                  <a:sym typeface="Urbanist Medium"/>
                </a:rPr>
                <a:t>What Strong Performance Indicates</a:t>
              </a: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chemeClr val="dk1"/>
                </a:buClr>
                <a:buSzPts val="1100"/>
                <a:buFont typeface="Arial"/>
                <a:buNone/>
              </a:pPr>
              <a:endParaRPr sz="11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rgbClr val="000000"/>
                </a:buClr>
                <a:buSzPts val="1172"/>
                <a:buFont typeface="Arial"/>
                <a:buNone/>
              </a:pPr>
              <a:endParaRPr sz="1172"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p:txBody>
        </p:sp>
        <p:sp>
          <p:nvSpPr>
            <p:cNvPr id="258" name="Google Shape;258;p20"/>
            <p:cNvSpPr txBox="1"/>
            <p:nvPr/>
          </p:nvSpPr>
          <p:spPr>
            <a:xfrm>
              <a:off x="1518225" y="2894100"/>
              <a:ext cx="6654600" cy="17691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a:buNone/>
              </a:pPr>
              <a:r>
                <a:rPr lang="en-US" sz="1704" b="0" i="0" u="none" strike="noStrike" cap="none">
                  <a:solidFill>
                    <a:schemeClr val="dk1"/>
                  </a:solidFill>
                  <a:latin typeface="Urbanist Light"/>
                  <a:ea typeface="Urbanist Light"/>
                  <a:cs typeface="Urbanist Light"/>
                  <a:sym typeface="Urbanist Light"/>
                </a:rPr>
                <a:t>Demonstrates ability to deliver independently in real environments without needing senior oversight. Shows confidence creating reliable backend logic, functional UI, and proper data architecture. Proves capability to ship complete features from database to user interface.</a:t>
              </a:r>
              <a:endParaRPr sz="1704"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853"/>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853"/>
                </a:spcBef>
                <a:spcAft>
                  <a:spcPts val="853"/>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p:txBody>
        </p:sp>
      </p:grpSp>
      <p:grpSp>
        <p:nvGrpSpPr>
          <p:cNvPr id="259" name="Google Shape;259;p20"/>
          <p:cNvGrpSpPr/>
          <p:nvPr/>
        </p:nvGrpSpPr>
        <p:grpSpPr>
          <a:xfrm>
            <a:off x="938752" y="2196797"/>
            <a:ext cx="7093804" cy="2745887"/>
            <a:chOff x="-3583229" y="2426185"/>
            <a:chExt cx="6654600" cy="2575879"/>
          </a:xfrm>
        </p:grpSpPr>
        <p:sp>
          <p:nvSpPr>
            <p:cNvPr id="260" name="Google Shape;260;p20"/>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a:buNone/>
              </a:pPr>
              <a:r>
                <a:rPr lang="en-US" sz="2558" b="0" i="0" u="none" strike="noStrike" cap="none">
                  <a:solidFill>
                    <a:srgbClr val="7068F4"/>
                  </a:solidFill>
                  <a:latin typeface="Urbanist Medium"/>
                  <a:ea typeface="Urbanist Medium"/>
                  <a:cs typeface="Urbanist Medium"/>
                  <a:sym typeface="Urbanist Medium"/>
                </a:rPr>
                <a:t>Database &amp; Data Modeling</a:t>
              </a: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chemeClr val="dk1"/>
                </a:buClr>
                <a:buSzPts val="1100"/>
                <a:buFont typeface="Arial"/>
                <a:buNone/>
              </a:pPr>
              <a:endParaRPr sz="11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rgbClr val="000000"/>
                </a:buClr>
                <a:buSzPts val="1172"/>
                <a:buFont typeface="Arial"/>
                <a:buNone/>
              </a:pPr>
              <a:endParaRPr sz="1172"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p:txBody>
        </p:sp>
        <p:sp>
          <p:nvSpPr>
            <p:cNvPr id="261" name="Google Shape;261;p20"/>
            <p:cNvSpPr txBox="1"/>
            <p:nvPr/>
          </p:nvSpPr>
          <p:spPr>
            <a:xfrm>
              <a:off x="-3583229" y="2949764"/>
              <a:ext cx="6654600" cy="2052300"/>
            </a:xfrm>
            <a:prstGeom prst="rect">
              <a:avLst/>
            </a:prstGeom>
            <a:noFill/>
            <a:ln>
              <a:noFill/>
            </a:ln>
          </p:spPr>
          <p:txBody>
            <a:bodyPr spcFirstLastPara="1" wrap="square" lIns="97450" tIns="97450" rIns="97450" bIns="97450" anchor="t" anchorCtr="0">
              <a:spAutoFit/>
            </a:bodyPr>
            <a:lstStyle/>
            <a:p>
              <a:pPr marL="457200" marR="0" lvl="0" indent="-336902" algn="l" rtl="0">
                <a:lnSpc>
                  <a:spcPct val="115000"/>
                </a:lnSpc>
                <a:spcBef>
                  <a:spcPts val="0"/>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Schema design and relationships</a:t>
              </a:r>
              <a:endParaRPr sz="1704" b="0" i="0" u="none" strike="noStrike" cap="none">
                <a:solidFill>
                  <a:schemeClr val="dk1"/>
                </a:solidFill>
                <a:latin typeface="Urbanist Light"/>
                <a:ea typeface="Urbanist Light"/>
                <a:cs typeface="Urbanist Light"/>
                <a:sym typeface="Urbanist Light"/>
              </a:endParaRPr>
            </a:p>
            <a:p>
              <a:pPr marL="457200" marR="0" lvl="0" indent="-336902" algn="l" rtl="0">
                <a:lnSpc>
                  <a:spcPct val="115000"/>
                </a:lnSpc>
                <a:spcBef>
                  <a:spcPts val="0"/>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Data integrity and constraints</a:t>
              </a:r>
              <a:endParaRPr sz="1704" b="0" i="0" u="none" strike="noStrike" cap="none">
                <a:solidFill>
                  <a:schemeClr val="dk1"/>
                </a:solidFill>
                <a:latin typeface="Urbanist Light"/>
                <a:ea typeface="Urbanist Light"/>
                <a:cs typeface="Urbanist Light"/>
                <a:sym typeface="Urbanist Light"/>
              </a:endParaRPr>
            </a:p>
            <a:p>
              <a:pPr marL="457200" marR="0" lvl="0" indent="-336902" algn="l" rtl="0">
                <a:lnSpc>
                  <a:spcPct val="115000"/>
                </a:lnSpc>
                <a:spcBef>
                  <a:spcPts val="0"/>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Efficient query patterns</a:t>
              </a:r>
              <a:endParaRPr sz="1704" b="0" i="0" u="none" strike="noStrike" cap="none">
                <a:solidFill>
                  <a:schemeClr val="dk1"/>
                </a:solidFill>
                <a:latin typeface="Urbanist Light"/>
                <a:ea typeface="Urbanist Light"/>
                <a:cs typeface="Urbanist Light"/>
                <a:sym typeface="Urbanist Light"/>
              </a:endParaRPr>
            </a:p>
            <a:p>
              <a:pPr marL="457200" marR="0" lvl="0" indent="-336902" algn="l" rtl="0">
                <a:lnSpc>
                  <a:spcPct val="115000"/>
                </a:lnSpc>
                <a:spcBef>
                  <a:spcPts val="0"/>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Migrations and indexes</a:t>
              </a:r>
              <a:endParaRPr sz="1704"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853"/>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853"/>
                </a:spcBef>
                <a:spcAft>
                  <a:spcPts val="853"/>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p:txBody>
        </p:sp>
      </p:grpSp>
      <p:grpSp>
        <p:nvGrpSpPr>
          <p:cNvPr id="262" name="Google Shape;262;p20"/>
          <p:cNvGrpSpPr/>
          <p:nvPr/>
        </p:nvGrpSpPr>
        <p:grpSpPr>
          <a:xfrm>
            <a:off x="7134370" y="2196797"/>
            <a:ext cx="7093804" cy="3614300"/>
            <a:chOff x="1518225" y="2327475"/>
            <a:chExt cx="6654600" cy="3390525"/>
          </a:xfrm>
        </p:grpSpPr>
        <p:sp>
          <p:nvSpPr>
            <p:cNvPr id="263" name="Google Shape;263;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a:buNone/>
              </a:pPr>
              <a:r>
                <a:rPr lang="en-US" sz="2558" b="0" i="0" u="none" strike="noStrike" cap="none">
                  <a:solidFill>
                    <a:srgbClr val="7068F4"/>
                  </a:solidFill>
                  <a:latin typeface="Urbanist Medium"/>
                  <a:ea typeface="Urbanist Medium"/>
                  <a:cs typeface="Urbanist Medium"/>
                  <a:sym typeface="Urbanist Medium"/>
                </a:rPr>
                <a:t>Code Quality &amp; System Integration</a:t>
              </a: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chemeClr val="dk1"/>
                </a:buClr>
                <a:buSzPts val="1100"/>
                <a:buFont typeface="Arial"/>
                <a:buNone/>
              </a:pPr>
              <a:endParaRPr sz="11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rgbClr val="000000"/>
                </a:buClr>
                <a:buSzPts val="1172"/>
                <a:buFont typeface="Arial"/>
                <a:buNone/>
              </a:pPr>
              <a:endParaRPr sz="1172"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p:txBody>
        </p:sp>
        <p:sp>
          <p:nvSpPr>
            <p:cNvPr id="264" name="Google Shape;264;p20"/>
            <p:cNvSpPr txBox="1"/>
            <p:nvPr/>
          </p:nvSpPr>
          <p:spPr>
            <a:xfrm>
              <a:off x="1518225" y="2894100"/>
              <a:ext cx="6654600" cy="2823900"/>
            </a:xfrm>
            <a:prstGeom prst="rect">
              <a:avLst/>
            </a:prstGeom>
            <a:noFill/>
            <a:ln>
              <a:noFill/>
            </a:ln>
          </p:spPr>
          <p:txBody>
            <a:bodyPr spcFirstLastPara="1" wrap="square" lIns="97450" tIns="97450" rIns="97450" bIns="97450" anchor="t" anchorCtr="0">
              <a:spAutoFit/>
            </a:bodyPr>
            <a:lstStyle/>
            <a:p>
              <a:pPr marL="457200" marR="0" lvl="0" indent="-336902" algn="l" rtl="0">
                <a:lnSpc>
                  <a:spcPct val="115000"/>
                </a:lnSpc>
                <a:spcBef>
                  <a:spcPts val="0"/>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Modularity and maintainability</a:t>
              </a:r>
              <a:endParaRPr sz="1704" b="0" i="0" u="none" strike="noStrike" cap="none">
                <a:solidFill>
                  <a:schemeClr val="dk1"/>
                </a:solidFill>
                <a:latin typeface="Urbanist Light"/>
                <a:ea typeface="Urbanist Light"/>
                <a:cs typeface="Urbanist Light"/>
                <a:sym typeface="Urbanist Light"/>
              </a:endParaRPr>
            </a:p>
            <a:p>
              <a:pPr marL="457200" marR="0" lvl="0" indent="-336902" algn="l" rtl="0">
                <a:lnSpc>
                  <a:spcPct val="115000"/>
                </a:lnSpc>
                <a:spcBef>
                  <a:spcPts val="0"/>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Clear naming and documentation</a:t>
              </a:r>
              <a:endParaRPr sz="1704" b="0" i="0" u="none" strike="noStrike" cap="none">
                <a:solidFill>
                  <a:schemeClr val="dk1"/>
                </a:solidFill>
                <a:latin typeface="Urbanist Light"/>
                <a:ea typeface="Urbanist Light"/>
                <a:cs typeface="Urbanist Light"/>
                <a:sym typeface="Urbanist Light"/>
              </a:endParaRPr>
            </a:p>
            <a:p>
              <a:pPr marL="457200" marR="0" lvl="0" indent="-336902" algn="l" rtl="0">
                <a:lnSpc>
                  <a:spcPct val="115000"/>
                </a:lnSpc>
                <a:spcBef>
                  <a:spcPts val="0"/>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End-to-end system implementation</a:t>
              </a:r>
              <a:endParaRPr sz="1704" b="0" i="0" u="none" strike="noStrike" cap="none">
                <a:solidFill>
                  <a:schemeClr val="dk1"/>
                </a:solidFill>
                <a:latin typeface="Urbanist Light"/>
                <a:ea typeface="Urbanist Light"/>
                <a:cs typeface="Urbanist Light"/>
                <a:sym typeface="Urbanist Light"/>
              </a:endParaRPr>
            </a:p>
            <a:p>
              <a:pPr marL="457200" marR="0" lvl="0" indent="-336902" algn="l" rtl="0">
                <a:lnSpc>
                  <a:spcPct val="115000"/>
                </a:lnSpc>
                <a:spcBef>
                  <a:spcPts val="0"/>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Production-ready patterns</a:t>
              </a:r>
              <a:endParaRPr sz="1704" b="0" i="0" u="none" strike="noStrike" cap="none">
                <a:solidFill>
                  <a:schemeClr val="dk1"/>
                </a:solidFill>
                <a:latin typeface="Urbanist Light"/>
                <a:ea typeface="Urbanist Light"/>
                <a:cs typeface="Urbanist Light"/>
                <a:sym typeface="Urbanist Light"/>
              </a:endParaRPr>
            </a:p>
            <a:p>
              <a:pPr marL="457200" marR="0" lvl="0" indent="0" algn="l" rtl="0">
                <a:lnSpc>
                  <a:spcPct val="115000"/>
                </a:lnSpc>
                <a:spcBef>
                  <a:spcPts val="853"/>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a:p>
              <a:pPr marL="457200" marR="0" lvl="0" indent="0" algn="l" rtl="0">
                <a:lnSpc>
                  <a:spcPct val="115000"/>
                </a:lnSpc>
                <a:spcBef>
                  <a:spcPts val="853"/>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853"/>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853"/>
                </a:spcBef>
                <a:spcAft>
                  <a:spcPts val="853"/>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p:txBody>
        </p:sp>
      </p:grpSp>
      <p:sp>
        <p:nvSpPr>
          <p:cNvPr id="265" name="Google Shape;265;p20"/>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1"/>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t>17</a:t>
            </a:fld>
            <a:endParaRPr/>
          </a:p>
        </p:txBody>
      </p:sp>
      <p:sp>
        <p:nvSpPr>
          <p:cNvPr id="272" name="Google Shape;272;p21"/>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endParaRPr/>
          </a:p>
        </p:txBody>
      </p:sp>
      <p:sp>
        <p:nvSpPr>
          <p:cNvPr id="273" name="Google Shape;273;p21"/>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79"/>
              </a:spcBef>
              <a:spcAft>
                <a:spcPts val="1279"/>
              </a:spcAft>
              <a:buClr>
                <a:srgbClr val="000000"/>
              </a:buClr>
              <a:buSzPts val="2358"/>
              <a:buFont typeface="Arial"/>
              <a:buNone/>
            </a:pPr>
            <a:r>
              <a:rPr lang="en-US" sz="2358" b="0" i="0" u="none" strike="noStrike" cap="none">
                <a:solidFill>
                  <a:schemeClr val="dk1"/>
                </a:solidFill>
                <a:latin typeface="Urbanist Light"/>
                <a:ea typeface="Urbanist Light"/>
                <a:cs typeface="Urbanist Light"/>
                <a:sym typeface="Urbanist Light"/>
              </a:rPr>
              <a:t>HackerRank is the global standard for assessing real engineering skills used by Google, Amazon, and Microsoft. </a:t>
            </a:r>
            <a:endParaRPr sz="2258" b="1" i="0" u="none" strike="noStrike" cap="none">
              <a:solidFill>
                <a:schemeClr val="dk1"/>
              </a:solidFill>
              <a:latin typeface="Urbanist"/>
              <a:ea typeface="Urbanist"/>
              <a:cs typeface="Urbanist"/>
              <a:sym typeface="Urbanist"/>
            </a:endParaRPr>
          </a:p>
        </p:txBody>
      </p:sp>
      <p:grpSp>
        <p:nvGrpSpPr>
          <p:cNvPr id="274" name="Google Shape;274;p21"/>
          <p:cNvGrpSpPr/>
          <p:nvPr/>
        </p:nvGrpSpPr>
        <p:grpSpPr>
          <a:xfrm>
            <a:off x="980827" y="3104659"/>
            <a:ext cx="12531943" cy="3547461"/>
            <a:chOff x="1518225" y="2327475"/>
            <a:chExt cx="6654600" cy="3327825"/>
          </a:xfrm>
        </p:grpSpPr>
        <p:sp>
          <p:nvSpPr>
            <p:cNvPr id="275" name="Google Shape;275;p21"/>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lvl="0">
                <a:buSzPts val="2858"/>
              </a:pPr>
              <a:r>
                <a:rPr lang="en-US" sz="2858" b="0" i="0" u="none" strike="noStrike" cap="none" dirty="0">
                  <a:solidFill>
                    <a:srgbClr val="7068F4"/>
                  </a:solidFill>
                  <a:latin typeface="Urbanist Medium"/>
                  <a:ea typeface="Urbanist Medium"/>
                  <a:cs typeface="Urbanist Medium"/>
                  <a:sym typeface="Urbanist Medium"/>
                </a:rPr>
                <a:t>⭐ Marcelo Pacheco Alvaro scored in the top decile</a:t>
              </a:r>
              <a:r>
                <a:rPr lang="en-US" sz="2858" dirty="0">
                  <a:solidFill>
                    <a:srgbClr val="7068F4"/>
                  </a:solidFill>
                  <a:latin typeface="Urbanist Medium"/>
                  <a:ea typeface="Urbanist Medium"/>
                  <a:cs typeface="Urbanist Medium"/>
                  <a:sym typeface="Urbanist Medium"/>
                </a:rPr>
                <a:t/>
              </a:r>
              <a:r>
                <a:rPr lang="en-US" sz="2858" dirty="0" err="1">
                  <a:solidFill>
                    <a:srgbClr val="7068F4"/>
                  </a:solidFill>
                  <a:latin typeface="Urbanist Medium"/>
                  <a:ea typeface="Urbanist Medium"/>
                  <a:cs typeface="Urbanist Medium"/>
                  <a:sym typeface="Urbanist Medium"/>
                </a:rPr>
                <a:t/>
              </a:r>
              <a:r>
                <a:rPr lang="en-US" sz="2858" dirty="0">
                  <a:solidFill>
                    <a:srgbClr val="7068F4"/>
                  </a:solidFill>
                  <a:latin typeface="Urbanist Medium"/>
                  <a:ea typeface="Urbanist Medium"/>
                  <a:cs typeface="Urbanist Medium"/>
                  <a:sym typeface="Urbanist Medium"/>
                </a:rPr>
                <a:t/>
              </a:r>
              <a:r>
                <a:rPr lang="en-US" sz="2858" b="0" i="0" u="none" strike="noStrike" cap="none" dirty="0">
                  <a:solidFill>
                    <a:srgbClr val="7068F4"/>
                  </a:solidFill>
                  <a:latin typeface="Urbanist Medium"/>
                  <a:ea typeface="Urbanist Medium"/>
                  <a:cs typeface="Urbanist Medium"/>
                  <a:sym typeface="Urbanist Medium"/>
                </a:rPr>
                <a:t/>
              </a:r>
              <a:endParaRPr sz="2858" b="0" i="0" u="none" strike="noStrike" cap="none" dirty="0">
                <a:solidFill>
                  <a:srgbClr val="7068F4"/>
                </a:solidFill>
                <a:latin typeface="Urbanist Medium"/>
                <a:ea typeface="Urbanist Medium"/>
                <a:cs typeface="Urbanist Medium"/>
                <a:sym typeface="Urbanist Medium"/>
              </a:endParaRPr>
            </a:p>
          </p:txBody>
        </p:sp>
        <p:sp>
          <p:nvSpPr>
            <p:cNvPr id="276" name="Google Shape;276;p21"/>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a:buNone/>
              </a:pPr>
              <a:r>
                <a:rPr lang="en-US" sz="2004" b="0" i="0" u="none" strike="noStrike" cap="none">
                  <a:solidFill>
                    <a:schemeClr val="dk1"/>
                  </a:solidFill>
                  <a:latin typeface="Urbanist Light"/>
                  <a:ea typeface="Urbanist Light"/>
                  <a:cs typeface="Urbanist Light"/>
                  <a:sym typeface="Urbanist Light"/>
                </a:rPr>
                <a:t>A perfect score demonstrating fluency in:</a:t>
              </a:r>
              <a:endParaRPr sz="2004" b="0" i="0" u="none" strike="noStrike" cap="none">
                <a:solidFill>
                  <a:schemeClr val="dk1"/>
                </a:solidFill>
                <a:latin typeface="Urbanist Light"/>
                <a:ea typeface="Urbanist Light"/>
                <a:cs typeface="Urbanist Light"/>
                <a:sym typeface="Urbanist Light"/>
              </a:endParaRPr>
            </a:p>
            <a:p>
              <a:pPr marL="457200" marR="0" lvl="0" indent="-317500" algn="l" rtl="0">
                <a:lnSpc>
                  <a:spcPct val="115000"/>
                </a:lnSpc>
                <a:spcBef>
                  <a:spcPts val="1200"/>
                </a:spcBef>
                <a:spcAft>
                  <a:spcPts val="0"/>
                </a:spcAft>
                <a:buClr>
                  <a:schemeClr val="dk1"/>
                </a:buClr>
                <a:buSzPts val="1400"/>
                <a:buFont typeface="Arial"/>
                <a:buChar char="●"/>
              </a:pPr>
              <a:r>
                <a:rPr lang="en-US" sz="2004" b="0" i="0" u="none" strike="noStrike" cap="none">
                  <a:solidFill>
                    <a:schemeClr val="dk1"/>
                  </a:solidFill>
                  <a:latin typeface="Urbanist Light"/>
                  <a:ea typeface="Urbanist Light"/>
                  <a:cs typeface="Urbanist Light"/>
                  <a:sym typeface="Urbanist Light"/>
                </a:rPr>
                <a:t>Core data structures and algorithms</a:t>
              </a:r>
              <a:endParaRPr sz="2004" b="0" i="0" u="none" strike="noStrike" cap="none">
                <a:solidFill>
                  <a:schemeClr val="dk1"/>
                </a:solidFill>
                <a:latin typeface="Urbanist Light"/>
                <a:ea typeface="Urbanist Light"/>
                <a:cs typeface="Urbanist Light"/>
                <a:sym typeface="Urbanist Light"/>
              </a:endParaRPr>
            </a:p>
            <a:p>
              <a:pPr marL="457200" marR="0" lvl="0" indent="-317500" algn="l" rtl="0">
                <a:lnSpc>
                  <a:spcPct val="115000"/>
                </a:lnSpc>
                <a:spcBef>
                  <a:spcPts val="0"/>
                </a:spcBef>
                <a:spcAft>
                  <a:spcPts val="0"/>
                </a:spcAft>
                <a:buClr>
                  <a:schemeClr val="dk1"/>
                </a:buClr>
                <a:buSzPts val="1400"/>
                <a:buFont typeface="Arial"/>
                <a:buChar char="●"/>
              </a:pPr>
              <a:r>
                <a:rPr lang="en-US" sz="2004" b="0" i="0" u="none" strike="noStrike" cap="none">
                  <a:solidFill>
                    <a:schemeClr val="dk1"/>
                  </a:solidFill>
                  <a:latin typeface="Urbanist Light"/>
                  <a:ea typeface="Urbanist Light"/>
                  <a:cs typeface="Urbanist Light"/>
                  <a:sym typeface="Urbanist Light"/>
                </a:rPr>
                <a:t>Optimizing code for performance and scalability</a:t>
              </a:r>
              <a:endParaRPr sz="2004" b="0" i="0" u="none" strike="noStrike" cap="none">
                <a:solidFill>
                  <a:schemeClr val="dk1"/>
                </a:solidFill>
                <a:latin typeface="Urbanist Light"/>
                <a:ea typeface="Urbanist Light"/>
                <a:cs typeface="Urbanist Light"/>
                <a:sym typeface="Urbanist Light"/>
              </a:endParaRPr>
            </a:p>
            <a:p>
              <a:pPr marL="457200" marR="0" lvl="0" indent="-317500" algn="l" rtl="0">
                <a:lnSpc>
                  <a:spcPct val="115000"/>
                </a:lnSpc>
                <a:spcBef>
                  <a:spcPts val="0"/>
                </a:spcBef>
                <a:spcAft>
                  <a:spcPts val="0"/>
                </a:spcAft>
                <a:buClr>
                  <a:schemeClr val="dk1"/>
                </a:buClr>
                <a:buSzPts val="1400"/>
                <a:buFont typeface="Arial"/>
                <a:buChar char="●"/>
              </a:pPr>
              <a:r>
                <a:rPr lang="en-US" sz="2004" b="0" i="0" u="none" strike="noStrike" cap="none">
                  <a:solidFill>
                    <a:schemeClr val="dk1"/>
                  </a:solidFill>
                  <a:latin typeface="Urbanist Light"/>
                  <a:ea typeface="Urbanist Light"/>
                  <a:cs typeface="Urbanist Light"/>
                  <a:sym typeface="Urbanist Light"/>
                </a:rPr>
                <a:t>Building real-world backend and full-stack solutions</a:t>
              </a:r>
              <a:endParaRPr sz="2004" b="0" i="0" u="none" strike="noStrike" cap="none">
                <a:solidFill>
                  <a:schemeClr val="dk1"/>
                </a:solidFill>
                <a:latin typeface="Urbanist Light"/>
                <a:ea typeface="Urbanist Light"/>
                <a:cs typeface="Urbanist Light"/>
                <a:sym typeface="Urbanist Light"/>
              </a:endParaRPr>
            </a:p>
            <a:p>
              <a:pPr marL="457200" marR="0" lvl="0" indent="-317500" algn="l" rtl="0">
                <a:lnSpc>
                  <a:spcPct val="115000"/>
                </a:lnSpc>
                <a:spcBef>
                  <a:spcPts val="0"/>
                </a:spcBef>
                <a:spcAft>
                  <a:spcPts val="0"/>
                </a:spcAft>
                <a:buClr>
                  <a:schemeClr val="dk1"/>
                </a:buClr>
                <a:buSzPts val="1400"/>
                <a:buFont typeface="Arial"/>
                <a:buChar char="●"/>
              </a:pPr>
              <a:r>
                <a:rPr lang="en-US" sz="2004" b="0" i="0" u="none" strike="noStrike" cap="none">
                  <a:solidFill>
                    <a:schemeClr val="dk1"/>
                  </a:solidFill>
                  <a:latin typeface="Urbanist Light"/>
                  <a:ea typeface="Urbanist Light"/>
                  <a:cs typeface="Urbanist Light"/>
                  <a:sym typeface="Urbanist Light"/>
                </a:rPr>
                <a:t>Problem-solving under time and constraint conditions</a:t>
              </a:r>
              <a:endParaRPr sz="2004" b="0" i="0" u="none" strike="noStrike" cap="none">
                <a:solidFill>
                  <a:schemeClr val="dk1"/>
                </a:solidFill>
                <a:latin typeface="Urbanist Light"/>
                <a:ea typeface="Urbanist Light"/>
                <a:cs typeface="Urbanist Light"/>
                <a:sym typeface="Urbanist Light"/>
              </a:endParaRPr>
            </a:p>
            <a:p>
              <a:pPr marL="457200" marR="0" lvl="0" indent="-317500" algn="l" rtl="0">
                <a:lnSpc>
                  <a:spcPct val="115000"/>
                </a:lnSpc>
                <a:spcBef>
                  <a:spcPts val="0"/>
                </a:spcBef>
                <a:spcAft>
                  <a:spcPts val="0"/>
                </a:spcAft>
                <a:buClr>
                  <a:schemeClr val="dk1"/>
                </a:buClr>
                <a:buSzPts val="1400"/>
                <a:buFont typeface="Arial"/>
                <a:buChar char="●"/>
              </a:pPr>
              <a:r>
                <a:rPr lang="en-US" sz="2004" b="0" i="0" u="none" strike="noStrike" cap="none">
                  <a:solidFill>
                    <a:schemeClr val="dk1"/>
                  </a:solidFill>
                  <a:latin typeface="Urbanist Light"/>
                  <a:ea typeface="Urbanist Light"/>
                  <a:cs typeface="Urbanist Light"/>
                  <a:sym typeface="Urbanist Light"/>
                </a:rPr>
                <a:t>Writing clean, maintainable, production-ready code</a:t>
              </a:r>
              <a:endParaRPr sz="2004"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1200"/>
                </a:spcBef>
                <a:spcAft>
                  <a:spcPts val="853"/>
                </a:spcAft>
                <a:buClr>
                  <a:srgbClr val="000000"/>
                </a:buClr>
                <a:buSzPts val="2005"/>
                <a:buFont typeface="Arial"/>
                <a:buNone/>
              </a:pPr>
              <a:endParaRPr sz="2004" b="0" i="0" u="none" strike="noStrike" cap="none">
                <a:solidFill>
                  <a:schemeClr val="dk1"/>
                </a:solidFill>
                <a:latin typeface="Urbanist Light"/>
                <a:ea typeface="Urbanist Light"/>
                <a:cs typeface="Urbanist Light"/>
                <a:sym typeface="Urbanist Light"/>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2"/>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t>18</a:t>
            </a:fld>
            <a:endParaRPr/>
          </a:p>
        </p:txBody>
      </p:sp>
      <p:sp>
        <p:nvSpPr>
          <p:cNvPr id="283" name="Google Shape;283;p22"/>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a:p>
        </p:txBody>
      </p:sp>
      <p:grpSp>
        <p:nvGrpSpPr>
          <p:cNvPr id="284" name="Google Shape;284;p22"/>
          <p:cNvGrpSpPr/>
          <p:nvPr/>
        </p:nvGrpSpPr>
        <p:grpSpPr>
          <a:xfrm>
            <a:off x="1049227" y="2775084"/>
            <a:ext cx="12531943" cy="2856054"/>
            <a:chOff x="1518225" y="2327475"/>
            <a:chExt cx="6654600" cy="2679225"/>
          </a:xfrm>
        </p:grpSpPr>
        <p:sp>
          <p:nvSpPr>
            <p:cNvPr id="285" name="Google Shape;285;p22"/>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a:buNone/>
              </a:pPr>
              <a:r>
                <a:rPr lang="en-US" sz="2858" b="0" i="0" u="none" strike="noStrike" cap="none">
                  <a:solidFill>
                    <a:srgbClr val="7068F4"/>
                  </a:solidFill>
                  <a:latin typeface="Urbanist Medium"/>
                  <a:ea typeface="Urbanist Medium"/>
                  <a:cs typeface="Urbanist Medium"/>
                  <a:sym typeface="Urbanist Medium"/>
                </a:rPr>
                <a:t>Why FutureProofing Uses DataCamp</a:t>
              </a:r>
              <a:endParaRPr sz="2858" b="0" i="0" u="none" strike="noStrike" cap="none">
                <a:solidFill>
                  <a:srgbClr val="7068F4"/>
                </a:solidFill>
                <a:latin typeface="Urbanist Medium"/>
                <a:ea typeface="Urbanist Medium"/>
                <a:cs typeface="Urbanist Medium"/>
                <a:sym typeface="Urbanist Medium"/>
              </a:endParaRPr>
            </a:p>
          </p:txBody>
        </p:sp>
        <p:sp>
          <p:nvSpPr>
            <p:cNvPr id="286" name="Google Shape;286;p22"/>
            <p:cNvSpPr txBox="1"/>
            <p:nvPr/>
          </p:nvSpPr>
          <p:spPr>
            <a:xfrm>
              <a:off x="1518225" y="2894100"/>
              <a:ext cx="6654600" cy="2112600"/>
            </a:xfrm>
            <a:prstGeom prst="rect">
              <a:avLst/>
            </a:prstGeom>
            <a:noFill/>
            <a:ln>
              <a:noFill/>
            </a:ln>
          </p:spPr>
          <p:txBody>
            <a:bodyPr spcFirstLastPara="1" wrap="square" lIns="97450" tIns="97450" rIns="97450" bIns="97450" anchor="t" anchorCtr="0">
              <a:spAutoFit/>
            </a:bodyPr>
            <a:lstStyle/>
            <a:p>
              <a:pPr marL="457200" marR="0" lvl="0" indent="-330200" algn="l" rtl="0">
                <a:lnSpc>
                  <a:spcPct val="115000"/>
                </a:lnSpc>
                <a:spcBef>
                  <a:spcPts val="1200"/>
                </a:spcBef>
                <a:spcAft>
                  <a:spcPts val="0"/>
                </a:spcAft>
                <a:buClr>
                  <a:schemeClr val="dk1"/>
                </a:buClr>
                <a:buSzPts val="1600"/>
                <a:buFont typeface="Arial"/>
                <a:buChar char="●"/>
              </a:pPr>
              <a:r>
                <a:rPr lang="en-US" sz="2205" b="0" i="0" u="none" strike="noStrike" cap="none">
                  <a:solidFill>
                    <a:schemeClr val="dk1"/>
                  </a:solidFill>
                  <a:latin typeface="Urbanist Light"/>
                  <a:ea typeface="Urbanist Light"/>
                  <a:cs typeface="Urbanist Light"/>
                  <a:sym typeface="Urbanist Light"/>
                </a:rPr>
                <a:t>Ensures candidates have real foundations in AI, ML, and data workflows</a:t>
              </a:r>
              <a:endParaRPr sz="2205" b="0" i="0" u="none" strike="noStrike" cap="none">
                <a:solidFill>
                  <a:schemeClr val="dk1"/>
                </a:solidFill>
                <a:latin typeface="Urbanist Light"/>
                <a:ea typeface="Urbanist Light"/>
                <a:cs typeface="Urbanist Light"/>
                <a:sym typeface="Urbanist Light"/>
              </a:endParaRPr>
            </a:p>
            <a:p>
              <a:pPr marL="457200" marR="0" lvl="0" indent="-330200" algn="l" rtl="0">
                <a:lnSpc>
                  <a:spcPct val="115000"/>
                </a:lnSpc>
                <a:spcBef>
                  <a:spcPts val="0"/>
                </a:spcBef>
                <a:spcAft>
                  <a:spcPts val="0"/>
                </a:spcAft>
                <a:buClr>
                  <a:schemeClr val="dk1"/>
                </a:buClr>
                <a:buSzPts val="1600"/>
                <a:buFont typeface="Arial"/>
                <a:buChar char="●"/>
              </a:pPr>
              <a:r>
                <a:rPr lang="en-US" sz="2205" b="0" i="0" u="none" strike="noStrike" cap="none">
                  <a:solidFill>
                    <a:schemeClr val="dk1"/>
                  </a:solidFill>
                  <a:latin typeface="Urbanist Light"/>
                  <a:ea typeface="Urbanist Light"/>
                  <a:cs typeface="Urbanist Light"/>
                  <a:sym typeface="Urbanist Light"/>
                </a:rPr>
                <a:t>Widely recognized and trusted by engineering teams</a:t>
              </a:r>
              <a:endParaRPr sz="2205" b="0" i="0" u="none" strike="noStrike" cap="none">
                <a:solidFill>
                  <a:schemeClr val="dk1"/>
                </a:solidFill>
                <a:latin typeface="Urbanist Light"/>
                <a:ea typeface="Urbanist Light"/>
                <a:cs typeface="Urbanist Light"/>
                <a:sym typeface="Urbanist Light"/>
              </a:endParaRPr>
            </a:p>
            <a:p>
              <a:pPr marL="457200" marR="0" lvl="0" indent="-330200" algn="l" rtl="0">
                <a:lnSpc>
                  <a:spcPct val="115000"/>
                </a:lnSpc>
                <a:spcBef>
                  <a:spcPts val="0"/>
                </a:spcBef>
                <a:spcAft>
                  <a:spcPts val="0"/>
                </a:spcAft>
                <a:buClr>
                  <a:schemeClr val="dk1"/>
                </a:buClr>
                <a:buSzPts val="1600"/>
                <a:buFont typeface="Arial"/>
                <a:buChar char="●"/>
              </a:pPr>
              <a:r>
                <a:rPr lang="en-US" sz="2205" b="0" i="0" u="none" strike="noStrike" cap="none">
                  <a:solidFill>
                    <a:schemeClr val="dk1"/>
                  </a:solidFill>
                  <a:latin typeface="Urbanist Light"/>
                  <a:ea typeface="Urbanist Light"/>
                  <a:cs typeface="Urbanist Light"/>
                  <a:sym typeface="Urbanist Light"/>
                </a:rPr>
                <a:t>Allows apples-to-apples comparison between global talent</a:t>
              </a:r>
              <a:endParaRPr sz="2205" b="0" i="0" u="none" strike="noStrike" cap="none">
                <a:solidFill>
                  <a:schemeClr val="dk1"/>
                </a:solidFill>
                <a:latin typeface="Urbanist Light"/>
                <a:ea typeface="Urbanist Light"/>
                <a:cs typeface="Urbanist Light"/>
                <a:sym typeface="Urbanist Light"/>
              </a:endParaRPr>
            </a:p>
            <a:p>
              <a:pPr marL="457200" marR="0" lvl="0" indent="-330200" algn="l" rtl="0">
                <a:lnSpc>
                  <a:spcPct val="115000"/>
                </a:lnSpc>
                <a:spcBef>
                  <a:spcPts val="0"/>
                </a:spcBef>
                <a:spcAft>
                  <a:spcPts val="0"/>
                </a:spcAft>
                <a:buClr>
                  <a:schemeClr val="dk1"/>
                </a:buClr>
                <a:buSzPts val="1600"/>
                <a:buFont typeface="Arial"/>
                <a:buChar char="●"/>
              </a:pPr>
              <a:r>
                <a:rPr lang="en-US" sz="2205" b="0" i="0" u="none" strike="noStrike" cap="none">
                  <a:solidFill>
                    <a:schemeClr val="dk1"/>
                  </a:solidFill>
                  <a:latin typeface="Urbanist Light"/>
                  <a:ea typeface="Urbanist Light"/>
                  <a:cs typeface="Urbanist Light"/>
                  <a:sym typeface="Urbanist Light"/>
                </a:rPr>
                <a:t>Complements HackerRank by evaluating the AI side of engineering</a:t>
              </a:r>
              <a:endParaRPr sz="2205"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1200"/>
                </a:spcBef>
                <a:spcAft>
                  <a:spcPts val="853"/>
                </a:spcAft>
                <a:buClr>
                  <a:srgbClr val="000000"/>
                </a:buClr>
                <a:buSzPts val="2205"/>
                <a:buFont typeface="Arial"/>
                <a:buNone/>
              </a:pPr>
              <a:endParaRPr sz="2205" b="0" i="0" u="none" strike="noStrike" cap="none">
                <a:solidFill>
                  <a:schemeClr val="dk1"/>
                </a:solidFill>
                <a:latin typeface="Urbanist Light"/>
                <a:ea typeface="Urbanist Light"/>
                <a:cs typeface="Urbanist Light"/>
                <a:sym typeface="Urbanist Light"/>
              </a:endParaRPr>
            </a:p>
          </p:txBody>
        </p:sp>
      </p:grpSp>
      <p:sp>
        <p:nvSpPr>
          <p:cNvPr id="287" name="Google Shape;287;p22"/>
          <p:cNvSpPr txBox="1"/>
          <p:nvPr/>
        </p:nvSpPr>
        <p:spPr>
          <a:xfrm>
            <a:off x="980825" y="1838350"/>
            <a:ext cx="12795000" cy="911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79"/>
              </a:spcBef>
              <a:spcAft>
                <a:spcPts val="0"/>
              </a:spcAft>
              <a:buClr>
                <a:srgbClr val="000000"/>
              </a:buClr>
              <a:buSzPts val="2258"/>
              <a:buFont typeface="Arial"/>
              <a:buNone/>
            </a:pPr>
            <a:r>
              <a:rPr lang="en-US" sz="2258" b="0" i="0" u="none" strike="noStrike" cap="none">
                <a:solidFill>
                  <a:schemeClr val="dk1"/>
                </a:solidFill>
                <a:latin typeface="Urbanist Light"/>
                <a:ea typeface="Urbanist Light"/>
                <a:cs typeface="Urbanist Light"/>
                <a:sym typeface="Urbanist Light"/>
              </a:rPr>
              <a:t>DataCamp is a leading global platform for validating data, machine learning, and AI engineering skills..</a:t>
            </a:r>
            <a:endParaRPr sz="2458"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1279"/>
              </a:spcBef>
              <a:spcAft>
                <a:spcPts val="1279"/>
              </a:spcAft>
              <a:buClr>
                <a:srgbClr val="000000"/>
              </a:buClr>
              <a:buSzPts val="2258"/>
              <a:buFont typeface="Arial"/>
              <a:buNone/>
            </a:pPr>
            <a:endParaRPr sz="2258" b="1" i="0" u="none" strike="noStrike" cap="none">
              <a:solidFill>
                <a:schemeClr val="dk1"/>
              </a:solidFill>
              <a:latin typeface="Urbanist"/>
              <a:ea typeface="Urbanist"/>
              <a:cs typeface="Urbanist"/>
              <a:sym typeface="Urbanis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23"/>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t>19</a:t>
            </a:fld>
            <a:endParaRPr/>
          </a:p>
        </p:txBody>
      </p:sp>
      <p:sp>
        <p:nvSpPr>
          <p:cNvPr id="294" name="Google Shape;294;p23"/>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a:p>
        </p:txBody>
      </p:sp>
      <p:grpSp>
        <p:nvGrpSpPr>
          <p:cNvPr id="295" name="Google Shape;295;p23"/>
          <p:cNvGrpSpPr/>
          <p:nvPr/>
        </p:nvGrpSpPr>
        <p:grpSpPr>
          <a:xfrm>
            <a:off x="980827" y="2438631"/>
            <a:ext cx="12531943" cy="1365466"/>
            <a:chOff x="1518225" y="2327475"/>
            <a:chExt cx="6654600" cy="1280925"/>
          </a:xfrm>
        </p:grpSpPr>
        <p:sp>
          <p:nvSpPr>
            <p:cNvPr id="296" name="Google Shape;296;p23"/>
            <p:cNvSpPr txBox="1"/>
            <p:nvPr/>
          </p:nvSpPr>
          <p:spPr>
            <a:xfrm>
              <a:off x="1518225" y="2327475"/>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a:buNone/>
              </a:pPr>
              <a:r>
                <a:rPr lang="en-US" sz="2558" b="0" i="0" u="none" strike="noStrike" cap="none">
                  <a:solidFill>
                    <a:srgbClr val="7068F4"/>
                  </a:solidFill>
                  <a:latin typeface="Urbanist Medium"/>
                  <a:ea typeface="Urbanist Medium"/>
                  <a:cs typeface="Urbanist Medium"/>
                  <a:sym typeface="Urbanist Medium"/>
                </a:rPr>
                <a:t>Assessment Overview</a:t>
              </a:r>
              <a:endParaRPr sz="2558" b="0" i="0" u="none" strike="noStrike" cap="none">
                <a:solidFill>
                  <a:srgbClr val="7068F4"/>
                </a:solidFill>
                <a:latin typeface="Urbanist Medium"/>
                <a:ea typeface="Urbanist Medium"/>
                <a:cs typeface="Urbanist Medium"/>
                <a:sym typeface="Urbanist Medium"/>
              </a:endParaRPr>
            </a:p>
          </p:txBody>
        </p:sp>
        <p:sp>
          <p:nvSpPr>
            <p:cNvPr id="297" name="Google Shape;297;p23"/>
            <p:cNvSpPr txBox="1"/>
            <p:nvPr/>
          </p:nvSpPr>
          <p:spPr>
            <a:xfrm>
              <a:off x="1518225" y="2894100"/>
              <a:ext cx="6654600" cy="714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3"/>
                </a:spcAft>
                <a:buClr>
                  <a:srgbClr val="000000"/>
                </a:buClr>
                <a:buSzPts val="1704"/>
                <a:buFont typeface="Arial"/>
                <a:buNone/>
              </a:pPr>
              <a:r>
                <a:rPr lang="en-US" sz="1704" b="0" i="0" u="none" strike="noStrike" cap="none">
                  <a:solidFill>
                    <a:schemeClr val="dk1"/>
                  </a:solidFill>
                  <a:latin typeface="Urbanist Light"/>
                  <a:ea typeface="Urbanist Light"/>
                  <a:cs typeface="Urbanist Light"/>
                  <a:sym typeface="Urbanist Light"/>
                </a:rPr>
                <a:t>DataCamp assessments validate foundational and applied skills in statistics, data manipulation, AI concepts, and machine learning using Python. Each assessment measures practical abilities required in modern AI engineering workflows.</a:t>
              </a:r>
              <a:endParaRPr sz="1704" b="0" i="0" u="none" strike="noStrike" cap="none">
                <a:solidFill>
                  <a:schemeClr val="dk1"/>
                </a:solidFill>
                <a:latin typeface="Urbanist Light"/>
                <a:ea typeface="Urbanist Light"/>
                <a:cs typeface="Urbanist Light"/>
                <a:sym typeface="Urbanist Light"/>
              </a:endParaRPr>
            </a:p>
          </p:txBody>
        </p:sp>
      </p:grpSp>
      <p:grpSp>
        <p:nvGrpSpPr>
          <p:cNvPr id="298" name="Google Shape;298;p23"/>
          <p:cNvGrpSpPr/>
          <p:nvPr/>
        </p:nvGrpSpPr>
        <p:grpSpPr>
          <a:xfrm>
            <a:off x="980815" y="4056672"/>
            <a:ext cx="7093804" cy="3156190"/>
            <a:chOff x="-3583229" y="2426185"/>
            <a:chExt cx="6654600" cy="2960779"/>
          </a:xfrm>
        </p:grpSpPr>
        <p:sp>
          <p:nvSpPr>
            <p:cNvPr id="299" name="Google Shape;299;p23"/>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a:buNone/>
              </a:pPr>
              <a:r>
                <a:rPr lang="en-US" sz="2558" b="0" i="0" u="none" strike="noStrike" cap="none">
                  <a:solidFill>
                    <a:srgbClr val="7068F4"/>
                  </a:solidFill>
                  <a:latin typeface="Urbanist Medium"/>
                  <a:ea typeface="Urbanist Medium"/>
                  <a:cs typeface="Urbanist Medium"/>
                  <a:sym typeface="Urbanist Medium"/>
                </a:rPr>
                <a:t>Statistic Fundamentals with Python</a:t>
              </a: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chemeClr val="dk1"/>
                </a:buClr>
                <a:buSzPts val="1100"/>
                <a:buFont typeface="Arial"/>
                <a:buNone/>
              </a:pPr>
              <a:endParaRPr sz="11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rgbClr val="000000"/>
                </a:buClr>
                <a:buSzPts val="1172"/>
                <a:buFont typeface="Arial"/>
                <a:buNone/>
              </a:pPr>
              <a:endParaRPr sz="1172"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p:txBody>
        </p:sp>
        <p:sp>
          <p:nvSpPr>
            <p:cNvPr id="300" name="Google Shape;300;p23"/>
            <p:cNvSpPr txBox="1"/>
            <p:nvPr/>
          </p:nvSpPr>
          <p:spPr>
            <a:xfrm>
              <a:off x="-3583229" y="2949764"/>
              <a:ext cx="6654600" cy="24372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a:buNone/>
              </a:pPr>
              <a:r>
                <a:rPr lang="en-US" sz="1700" b="0" i="0" u="none" strike="noStrike" cap="none">
                  <a:solidFill>
                    <a:srgbClr val="7068F4"/>
                  </a:solidFill>
                  <a:latin typeface="Urbanist Medium"/>
                  <a:ea typeface="Urbanist Medium"/>
                  <a:cs typeface="Urbanist Medium"/>
                  <a:sym typeface="Urbanist Medium"/>
                </a:rPr>
                <a:t>✓ 100% Completed</a:t>
              </a:r>
              <a:endParaRPr sz="1700" b="1" i="0" u="none" strike="noStrike" cap="none">
                <a:solidFill>
                  <a:srgbClr val="667EEA"/>
                </a:solidFill>
                <a:highlight>
                  <a:srgbClr val="F8F9FA"/>
                </a:highlight>
                <a:latin typeface="Arial"/>
                <a:ea typeface="Arial"/>
                <a:cs typeface="Arial"/>
                <a:sym typeface="Arial"/>
              </a:endParaRPr>
            </a:p>
            <a:p>
              <a:pPr marL="457200" marR="0" lvl="0" indent="-336902" algn="l" rtl="0">
                <a:lnSpc>
                  <a:spcPct val="115000"/>
                </a:lnSpc>
                <a:spcBef>
                  <a:spcPts val="853"/>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Descriptive statistics and distributions</a:t>
              </a:r>
              <a:endParaRPr sz="1704" b="0" i="0" u="none" strike="noStrike" cap="none">
                <a:solidFill>
                  <a:schemeClr val="dk1"/>
                </a:solidFill>
                <a:latin typeface="Urbanist Light"/>
                <a:ea typeface="Urbanist Light"/>
                <a:cs typeface="Urbanist Light"/>
                <a:sym typeface="Urbanist Light"/>
              </a:endParaRPr>
            </a:p>
            <a:p>
              <a:pPr marL="457200" marR="0" lvl="0" indent="-336902" algn="l" rtl="0">
                <a:lnSpc>
                  <a:spcPct val="115000"/>
                </a:lnSpc>
                <a:spcBef>
                  <a:spcPts val="0"/>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Probability concepts and events</a:t>
              </a:r>
              <a:endParaRPr sz="1704" b="0" i="0" u="none" strike="noStrike" cap="none">
                <a:solidFill>
                  <a:schemeClr val="dk1"/>
                </a:solidFill>
                <a:latin typeface="Urbanist Light"/>
                <a:ea typeface="Urbanist Light"/>
                <a:cs typeface="Urbanist Light"/>
                <a:sym typeface="Urbanist Light"/>
              </a:endParaRPr>
            </a:p>
            <a:p>
              <a:pPr marL="457200" marR="0" lvl="0" indent="-336902" algn="l" rtl="0">
                <a:lnSpc>
                  <a:spcPct val="115000"/>
                </a:lnSpc>
                <a:spcBef>
                  <a:spcPts val="0"/>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Hypothesis testing foundations</a:t>
              </a:r>
              <a:endParaRPr sz="1704" b="0" i="0" u="none" strike="noStrike" cap="none">
                <a:solidFill>
                  <a:schemeClr val="dk1"/>
                </a:solidFill>
                <a:latin typeface="Urbanist Light"/>
                <a:ea typeface="Urbanist Light"/>
                <a:cs typeface="Urbanist Light"/>
                <a:sym typeface="Urbanist Light"/>
              </a:endParaRPr>
            </a:p>
            <a:p>
              <a:pPr marL="457200" marR="0" lvl="0" indent="-336902" algn="l" rtl="0">
                <a:lnSpc>
                  <a:spcPct val="115000"/>
                </a:lnSpc>
                <a:spcBef>
                  <a:spcPts val="0"/>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Statistical interpretation</a:t>
              </a:r>
              <a:endParaRPr sz="1150" b="0" i="0" u="none" strike="noStrike" cap="none">
                <a:solidFill>
                  <a:srgbClr val="4A5568"/>
                </a:solidFill>
                <a:highlight>
                  <a:srgbClr val="F8F9FA"/>
                </a:highlight>
                <a:latin typeface="Arial"/>
                <a:ea typeface="Arial"/>
                <a:cs typeface="Arial"/>
                <a:sym typeface="Arial"/>
              </a:endParaRPr>
            </a:p>
            <a:p>
              <a:pPr marL="0" marR="0" lvl="0" indent="0" algn="l" rtl="0">
                <a:lnSpc>
                  <a:spcPct val="115000"/>
                </a:lnSpc>
                <a:spcBef>
                  <a:spcPts val="853"/>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853"/>
                </a:spcBef>
                <a:spcAft>
                  <a:spcPts val="853"/>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p:txBody>
        </p:sp>
      </p:grpSp>
      <p:grpSp>
        <p:nvGrpSpPr>
          <p:cNvPr id="301" name="Google Shape;301;p23"/>
          <p:cNvGrpSpPr/>
          <p:nvPr/>
        </p:nvGrpSpPr>
        <p:grpSpPr>
          <a:xfrm>
            <a:off x="7176432" y="4056672"/>
            <a:ext cx="7093804" cy="4024603"/>
            <a:chOff x="1518225" y="2327475"/>
            <a:chExt cx="6654600" cy="3775425"/>
          </a:xfrm>
        </p:grpSpPr>
        <p:sp>
          <p:nvSpPr>
            <p:cNvPr id="302" name="Google Shape;302;p23"/>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a:buNone/>
              </a:pPr>
              <a:r>
                <a:rPr lang="en-US" sz="2558" b="0" i="0" u="none" strike="noStrike" cap="none">
                  <a:solidFill>
                    <a:srgbClr val="7068F4"/>
                  </a:solidFill>
                  <a:latin typeface="Urbanist Medium"/>
                  <a:ea typeface="Urbanist Medium"/>
                  <a:cs typeface="Urbanist Medium"/>
                  <a:sym typeface="Urbanist Medium"/>
                </a:rPr>
                <a:t>Data Manipulation with Python</a:t>
              </a: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chemeClr val="dk1"/>
                </a:buClr>
                <a:buSzPts val="1100"/>
                <a:buFont typeface="Arial"/>
                <a:buNone/>
              </a:pPr>
              <a:endParaRPr sz="11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rgbClr val="000000"/>
                </a:buClr>
                <a:buSzPts val="1172"/>
                <a:buFont typeface="Arial"/>
                <a:buNone/>
              </a:pPr>
              <a:endParaRPr sz="1172"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p:txBody>
        </p:sp>
        <p:sp>
          <p:nvSpPr>
            <p:cNvPr id="303" name="Google Shape;303;p23"/>
            <p:cNvSpPr txBox="1"/>
            <p:nvPr/>
          </p:nvSpPr>
          <p:spPr>
            <a:xfrm>
              <a:off x="1518225" y="2894100"/>
              <a:ext cx="6654600" cy="32088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a:buNone/>
              </a:pPr>
              <a:r>
                <a:rPr lang="en-US" sz="1700" b="0" i="0" u="none" strike="noStrike" cap="none">
                  <a:solidFill>
                    <a:srgbClr val="7068F4"/>
                  </a:solidFill>
                  <a:latin typeface="Urbanist Medium"/>
                  <a:ea typeface="Urbanist Medium"/>
                  <a:cs typeface="Urbanist Medium"/>
                  <a:sym typeface="Urbanist Medium"/>
                </a:rPr>
                <a:t>✓ 100% Completed</a:t>
              </a:r>
              <a:endParaRPr sz="1150" b="1" i="0" u="none" strike="noStrike" cap="none">
                <a:solidFill>
                  <a:srgbClr val="667EEA"/>
                </a:solidFill>
                <a:highlight>
                  <a:srgbClr val="F8F9FA"/>
                </a:highlight>
                <a:latin typeface="Arial"/>
                <a:ea typeface="Arial"/>
                <a:cs typeface="Arial"/>
                <a:sym typeface="Arial"/>
              </a:endParaRPr>
            </a:p>
            <a:p>
              <a:pPr marL="457200" marR="0" lvl="0" indent="-336902" algn="l" rtl="0">
                <a:lnSpc>
                  <a:spcPct val="115000"/>
                </a:lnSpc>
                <a:spcBef>
                  <a:spcPts val="853"/>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Pandas for data operations</a:t>
              </a:r>
              <a:endParaRPr sz="1704" b="0" i="0" u="none" strike="noStrike" cap="none">
                <a:solidFill>
                  <a:schemeClr val="dk1"/>
                </a:solidFill>
                <a:latin typeface="Urbanist Light"/>
                <a:ea typeface="Urbanist Light"/>
                <a:cs typeface="Urbanist Light"/>
                <a:sym typeface="Urbanist Light"/>
              </a:endParaRPr>
            </a:p>
            <a:p>
              <a:pPr marL="457200" marR="0" lvl="0" indent="-336902" algn="l" rtl="0">
                <a:lnSpc>
                  <a:spcPct val="115000"/>
                </a:lnSpc>
                <a:spcBef>
                  <a:spcPts val="0"/>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Data cleaning and transformations</a:t>
              </a:r>
              <a:endParaRPr sz="1704" b="0" i="0" u="none" strike="noStrike" cap="none">
                <a:solidFill>
                  <a:schemeClr val="dk1"/>
                </a:solidFill>
                <a:latin typeface="Urbanist Light"/>
                <a:ea typeface="Urbanist Light"/>
                <a:cs typeface="Urbanist Light"/>
                <a:sym typeface="Urbanist Light"/>
              </a:endParaRPr>
            </a:p>
            <a:p>
              <a:pPr marL="457200" marR="0" lvl="0" indent="-336902" algn="l" rtl="0">
                <a:lnSpc>
                  <a:spcPct val="115000"/>
                </a:lnSpc>
                <a:spcBef>
                  <a:spcPts val="0"/>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Grouping and aggregating data</a:t>
              </a:r>
              <a:endParaRPr sz="1704" b="0" i="0" u="none" strike="noStrike" cap="none">
                <a:solidFill>
                  <a:schemeClr val="dk1"/>
                </a:solidFill>
                <a:latin typeface="Urbanist Light"/>
                <a:ea typeface="Urbanist Light"/>
                <a:cs typeface="Urbanist Light"/>
                <a:sym typeface="Urbanist Light"/>
              </a:endParaRPr>
            </a:p>
            <a:p>
              <a:pPr marL="457200" marR="0" lvl="0" indent="-336902" algn="l" rtl="0">
                <a:lnSpc>
                  <a:spcPct val="115000"/>
                </a:lnSpc>
                <a:spcBef>
                  <a:spcPts val="0"/>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Preparing data for ML workflows</a:t>
              </a:r>
              <a:endParaRPr sz="1150" b="0" i="0" u="none" strike="noStrike" cap="none">
                <a:solidFill>
                  <a:srgbClr val="4A5568"/>
                </a:solidFill>
                <a:highlight>
                  <a:srgbClr val="F8F9FA"/>
                </a:highlight>
                <a:latin typeface="Arial"/>
                <a:ea typeface="Arial"/>
                <a:cs typeface="Arial"/>
                <a:sym typeface="Arial"/>
              </a:endParaRPr>
            </a:p>
            <a:p>
              <a:pPr marL="457200" marR="0" lvl="0" indent="0" algn="l" rtl="0">
                <a:lnSpc>
                  <a:spcPct val="115000"/>
                </a:lnSpc>
                <a:spcBef>
                  <a:spcPts val="853"/>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a:p>
              <a:pPr marL="457200" marR="0" lvl="0" indent="0" algn="l" rtl="0">
                <a:lnSpc>
                  <a:spcPct val="115000"/>
                </a:lnSpc>
                <a:spcBef>
                  <a:spcPts val="853"/>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853"/>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853"/>
                </a:spcBef>
                <a:spcAft>
                  <a:spcPts val="853"/>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p:txBody>
        </p:sp>
      </p:grpSp>
      <p:sp>
        <p:nvSpPr>
          <p:cNvPr id="304" name="Google Shape;304;p23"/>
          <p:cNvSpPr txBox="1"/>
          <p:nvPr/>
        </p:nvSpPr>
        <p:spPr>
          <a:xfrm>
            <a:off x="980825" y="1838350"/>
            <a:ext cx="12795000" cy="347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79"/>
              </a:spcBef>
              <a:spcAft>
                <a:spcPts val="1279"/>
              </a:spcAft>
              <a:buClr>
                <a:srgbClr val="000000"/>
              </a:buClr>
              <a:buSzPts val="2258"/>
              <a:buFont typeface="Arial"/>
              <a:buNone/>
            </a:pPr>
            <a:r>
              <a:rPr lang="en-US" sz="2258" b="0" i="0" u="none" strike="noStrike" cap="none">
                <a:solidFill>
                  <a:schemeClr val="dk1"/>
                </a:solidFill>
                <a:latin typeface="Urbanist Light"/>
                <a:ea typeface="Urbanist Light"/>
                <a:cs typeface="Urbanist Light"/>
                <a:sym typeface="Urbanist Light"/>
              </a:rPr>
              <a:t>DataCamp is a leading global platform for validating data, machine learning, and AI engineering skills..</a:t>
            </a:r>
            <a:endParaRPr sz="2458" b="0" i="0" u="none" strike="noStrike" cap="none">
              <a:solidFill>
                <a:schemeClr val="dk1"/>
              </a:solidFill>
              <a:latin typeface="Urbanist Light"/>
              <a:ea typeface="Urbanist Light"/>
              <a:cs typeface="Urbanist Light"/>
              <a:sym typeface="Urbanist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24"/>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t>20</a:t>
            </a:fld>
            <a:endParaRPr/>
          </a:p>
        </p:txBody>
      </p:sp>
      <p:sp>
        <p:nvSpPr>
          <p:cNvPr id="311" name="Google Shape;311;p24"/>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a:p>
        </p:txBody>
      </p:sp>
      <p:grpSp>
        <p:nvGrpSpPr>
          <p:cNvPr id="312" name="Google Shape;312;p24"/>
          <p:cNvGrpSpPr/>
          <p:nvPr/>
        </p:nvGrpSpPr>
        <p:grpSpPr>
          <a:xfrm>
            <a:off x="770352" y="4815056"/>
            <a:ext cx="12531943" cy="3072217"/>
            <a:chOff x="1518225" y="2327475"/>
            <a:chExt cx="6654600" cy="2882004"/>
          </a:xfrm>
        </p:grpSpPr>
        <p:sp>
          <p:nvSpPr>
            <p:cNvPr id="313" name="Google Shape;313;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a:buNone/>
              </a:pPr>
              <a:r>
                <a:rPr lang="en-US" sz="2558" b="0" i="0" u="none" strike="noStrike" cap="none">
                  <a:solidFill>
                    <a:srgbClr val="7068F4"/>
                  </a:solidFill>
                  <a:latin typeface="Urbanist Medium"/>
                  <a:ea typeface="Urbanist Medium"/>
                  <a:cs typeface="Urbanist Medium"/>
                  <a:sym typeface="Urbanist Medium"/>
                </a:rPr>
                <a:t>Complete AI &amp; Engineering Foundation</a:t>
              </a: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chemeClr val="dk1"/>
                </a:buClr>
                <a:buSzPts val="1100"/>
                <a:buFont typeface="Arial"/>
                <a:buNone/>
              </a:pPr>
              <a:endParaRPr sz="11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rgbClr val="000000"/>
                </a:buClr>
                <a:buSzPts val="1172"/>
                <a:buFont typeface="Arial"/>
                <a:buNone/>
              </a:pPr>
              <a:endParaRPr sz="1172"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p:txBody>
        </p:sp>
        <p:sp>
          <p:nvSpPr>
            <p:cNvPr id="314" name="Google Shape;314;p24"/>
            <p:cNvSpPr txBox="1"/>
            <p:nvPr/>
          </p:nvSpPr>
          <p:spPr>
            <a:xfrm>
              <a:off x="1518225" y="2894100"/>
              <a:ext cx="6654600" cy="2315379"/>
            </a:xfrm>
            <a:prstGeom prst="rect">
              <a:avLst/>
            </a:prstGeom>
            <a:noFill/>
            <a:ln>
              <a:noFill/>
            </a:ln>
          </p:spPr>
          <p:txBody>
            <a:bodyPr spcFirstLastPara="1" wrap="square" lIns="97450" tIns="97450" rIns="97450" bIns="97450" anchor="t" anchorCtr="0">
              <a:spAutoFit/>
            </a:bodyPr>
            <a:lstStyle/>
            <a:p>
              <a:pPr lvl="0">
                <a:lnSpc>
                  <a:spcPct val="115000"/>
                </a:lnSpc>
                <a:buSzPts val="1704"/>
              </a:pPr>
              <a:r>
                <a:rPr lang="en-US" sz="1704" dirty="0">
                  <a:solidFill>
                    <a:schemeClr val="dk1"/>
                  </a:solidFill>
                  <a:latin typeface="Urbanist Light"/>
                  <a:ea typeface="Urbanist Light"/>
                  <a:cs typeface="Urbanist Light"/>
                  <a:sym typeface="Urbanist Light"/>
                </a:rPr>
                <a:t>Marcelo Pacheco Alvaro has successfully completed all four DataCamp skill assessments, demonstrating comprehensive proficiency across statistics, data manipulation, AI fundamentals, and machine learning. This validates his ability to work effectively across the entire data-to-AI pipeline and collaborate seamlessly with data science teams.</a:t>
              </a:r>
              <a:r>
                <a:rPr lang="en-US" sz="1704" dirty="0" err="1">
                  <a:solidFill>
                    <a:schemeClr val="dk1"/>
                  </a:solidFill>
                  <a:latin typeface="Urbanist Light"/>
                  <a:ea typeface="Urbanist Light"/>
                  <a:cs typeface="Urbanist Light"/>
                  <a:sym typeface="Urbanist Light"/>
                </a:rPr>
                <a:t/>
              </a:r>
              <a:r>
                <a:rPr lang="en-US" sz="1704" dirty="0">
                  <a:solidFill>
                    <a:schemeClr val="dk1"/>
                  </a:solidFill>
                  <a:latin typeface="Urbanist Light"/>
                  <a:ea typeface="Urbanist Light"/>
                  <a:cs typeface="Urbanist Light"/>
                  <a:sym typeface="Urbanist Light"/>
                </a:rPr>
                <a:t/>
              </a:r>
              <a:r>
                <a:rPr lang="en-US" sz="1704" b="0" i="0" u="none" strike="noStrike" cap="none" dirty="0">
                  <a:solidFill>
                    <a:schemeClr val="dk1"/>
                  </a:solidFill>
                  <a:latin typeface="Urbanist Light"/>
                  <a:ea typeface="Urbanist Light"/>
                  <a:cs typeface="Urbanist Light"/>
                  <a:sym typeface="Urbanist Light"/>
                </a:rPr>
                <a:t/>
              </a:r>
              <a:r>
                <a:rPr lang="en-US" sz="1704" b="0" i="0" u="none" strike="noStrike" cap="none" dirty="0" err="1">
                  <a:solidFill>
                    <a:schemeClr val="dk1"/>
                  </a:solidFill>
                  <a:latin typeface="Urbanist Light"/>
                  <a:ea typeface="Urbanist Light"/>
                  <a:cs typeface="Urbanist Light"/>
                  <a:sym typeface="Urbanist Light"/>
                </a:rPr>
                <a:t/>
              </a:r>
              <a:r>
                <a:rPr lang="en-US" sz="1704" b="0" i="0" u="none" strike="noStrike" cap="none" dirty="0">
                  <a:solidFill>
                    <a:schemeClr val="dk1"/>
                  </a:solidFill>
                  <a:latin typeface="Urbanist Light"/>
                  <a:ea typeface="Urbanist Light"/>
                  <a:cs typeface="Urbanist Light"/>
                  <a:sym typeface="Urbanist Light"/>
                </a:rPr>
                <a:t/>
              </a:r>
              <a:endParaRPr sz="1704" b="0" i="0" u="none" strike="noStrike" cap="none" dirty="0">
                <a:solidFill>
                  <a:schemeClr val="dk1"/>
                </a:solidFill>
                <a:latin typeface="Urbanist Light"/>
                <a:ea typeface="Urbanist Light"/>
                <a:cs typeface="Urbanist Light"/>
                <a:sym typeface="Urbanist Light"/>
              </a:endParaRPr>
            </a:p>
            <a:p>
              <a:pPr marL="0" marR="0" lvl="0" indent="0" algn="l" rtl="0">
                <a:lnSpc>
                  <a:spcPct val="115000"/>
                </a:lnSpc>
                <a:spcBef>
                  <a:spcPts val="853"/>
                </a:spcBef>
                <a:spcAft>
                  <a:spcPts val="0"/>
                </a:spcAft>
                <a:buClr>
                  <a:srgbClr val="000000"/>
                </a:buClr>
                <a:buSzPts val="1705"/>
                <a:buFont typeface="Arial"/>
                <a:buNone/>
              </a:pPr>
              <a:endParaRPr sz="1704" b="0" i="0" u="none" strike="noStrike" cap="none" dirty="0">
                <a:solidFill>
                  <a:schemeClr val="dk1"/>
                </a:solidFill>
                <a:latin typeface="Urbanist Light"/>
                <a:ea typeface="Urbanist Light"/>
                <a:cs typeface="Urbanist Light"/>
                <a:sym typeface="Urbanist Light"/>
              </a:endParaRPr>
            </a:p>
            <a:p>
              <a:pPr marL="0" marR="0" lvl="0" indent="0" algn="l" rtl="0">
                <a:lnSpc>
                  <a:spcPct val="115000"/>
                </a:lnSpc>
                <a:spcBef>
                  <a:spcPts val="853"/>
                </a:spcBef>
                <a:spcAft>
                  <a:spcPts val="0"/>
                </a:spcAft>
                <a:buClr>
                  <a:srgbClr val="000000"/>
                </a:buClr>
                <a:buSzPts val="1705"/>
                <a:buFont typeface="Arial"/>
                <a:buNone/>
              </a:pPr>
              <a:endParaRPr sz="1704" b="0" i="0" u="none" strike="noStrike" cap="none" dirty="0">
                <a:solidFill>
                  <a:schemeClr val="dk1"/>
                </a:solidFill>
                <a:latin typeface="Urbanist Light"/>
                <a:ea typeface="Urbanist Light"/>
                <a:cs typeface="Urbanist Light"/>
                <a:sym typeface="Urbanist Light"/>
              </a:endParaRPr>
            </a:p>
            <a:p>
              <a:pPr marL="0" marR="0" lvl="0" indent="0" algn="l" rtl="0">
                <a:lnSpc>
                  <a:spcPct val="115000"/>
                </a:lnSpc>
                <a:spcBef>
                  <a:spcPts val="853"/>
                </a:spcBef>
                <a:spcAft>
                  <a:spcPts val="853"/>
                </a:spcAft>
                <a:buClr>
                  <a:srgbClr val="000000"/>
                </a:buClr>
                <a:buSzPts val="1705"/>
                <a:buFont typeface="Arial"/>
                <a:buNone/>
              </a:pPr>
              <a:endParaRPr sz="1704" b="0" i="0" u="none" strike="noStrike" cap="none" dirty="0">
                <a:solidFill>
                  <a:schemeClr val="dk1"/>
                </a:solidFill>
                <a:latin typeface="Urbanist Light"/>
                <a:ea typeface="Urbanist Light"/>
                <a:cs typeface="Urbanist Light"/>
                <a:sym typeface="Urbanist Light"/>
              </a:endParaRPr>
            </a:p>
          </p:txBody>
        </p:sp>
      </p:grpSp>
      <p:grpSp>
        <p:nvGrpSpPr>
          <p:cNvPr id="315" name="Google Shape;315;p24"/>
          <p:cNvGrpSpPr/>
          <p:nvPr/>
        </p:nvGrpSpPr>
        <p:grpSpPr>
          <a:xfrm>
            <a:off x="854552" y="2177023"/>
            <a:ext cx="7093804" cy="2744928"/>
            <a:chOff x="-3583229" y="2426185"/>
            <a:chExt cx="6654600" cy="2574979"/>
          </a:xfrm>
        </p:grpSpPr>
        <p:sp>
          <p:nvSpPr>
            <p:cNvPr id="316" name="Google Shape;316;p24"/>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a:buNone/>
              </a:pPr>
              <a:r>
                <a:rPr lang="en-US" sz="2558" b="0" i="0" u="none" strike="noStrike" cap="none">
                  <a:solidFill>
                    <a:srgbClr val="7068F4"/>
                  </a:solidFill>
                  <a:latin typeface="Urbanist Medium"/>
                  <a:ea typeface="Urbanist Medium"/>
                  <a:cs typeface="Urbanist Medium"/>
                  <a:sym typeface="Urbanist Medium"/>
                </a:rPr>
                <a:t>AI Fundamentals</a:t>
              </a: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chemeClr val="dk1"/>
                </a:buClr>
                <a:buSzPts val="1100"/>
                <a:buFont typeface="Arial"/>
                <a:buNone/>
              </a:pPr>
              <a:endParaRPr sz="11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rgbClr val="000000"/>
                </a:buClr>
                <a:buSzPts val="1172"/>
                <a:buFont typeface="Arial"/>
                <a:buNone/>
              </a:pPr>
              <a:endParaRPr sz="1172"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p:txBody>
        </p:sp>
        <p:sp>
          <p:nvSpPr>
            <p:cNvPr id="317" name="Google Shape;317;p24"/>
            <p:cNvSpPr txBox="1"/>
            <p:nvPr/>
          </p:nvSpPr>
          <p:spPr>
            <a:xfrm>
              <a:off x="-3583229" y="2949764"/>
              <a:ext cx="6654600" cy="20514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a:buNone/>
              </a:pPr>
              <a:r>
                <a:rPr lang="en-US" sz="1700" b="0" i="0" u="none" strike="noStrike" cap="none">
                  <a:solidFill>
                    <a:srgbClr val="7068F4"/>
                  </a:solidFill>
                  <a:latin typeface="Urbanist Medium"/>
                  <a:ea typeface="Urbanist Medium"/>
                  <a:cs typeface="Urbanist Medium"/>
                  <a:sym typeface="Urbanist Medium"/>
                </a:rPr>
                <a:t>✓ 100% Completed</a:t>
              </a:r>
              <a:endParaRPr sz="1700" b="1" i="0" u="none" strike="noStrike" cap="none">
                <a:solidFill>
                  <a:srgbClr val="667EEA"/>
                </a:solidFill>
                <a:highlight>
                  <a:srgbClr val="F8F9FA"/>
                </a:highlight>
                <a:latin typeface="Arial"/>
                <a:ea typeface="Arial"/>
                <a:cs typeface="Arial"/>
                <a:sym typeface="Arial"/>
              </a:endParaRPr>
            </a:p>
            <a:p>
              <a:pPr marL="457200" marR="0" lvl="0" indent="-336902" algn="l" rtl="0">
                <a:lnSpc>
                  <a:spcPct val="115000"/>
                </a:lnSpc>
                <a:spcBef>
                  <a:spcPts val="853"/>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AI terminology and concepts</a:t>
              </a:r>
              <a:endParaRPr sz="1704" b="0" i="0" u="none" strike="noStrike" cap="none">
                <a:solidFill>
                  <a:schemeClr val="dk1"/>
                </a:solidFill>
                <a:latin typeface="Urbanist Light"/>
                <a:ea typeface="Urbanist Light"/>
                <a:cs typeface="Urbanist Light"/>
                <a:sym typeface="Urbanist Light"/>
              </a:endParaRPr>
            </a:p>
            <a:p>
              <a:pPr marL="457200" marR="0" lvl="0" indent="-336902" algn="l" rtl="0">
                <a:lnSpc>
                  <a:spcPct val="115000"/>
                </a:lnSpc>
                <a:spcBef>
                  <a:spcPts val="0"/>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ML vs DL distinctions</a:t>
              </a:r>
              <a:endParaRPr sz="1704" b="0" i="0" u="none" strike="noStrike" cap="none">
                <a:solidFill>
                  <a:schemeClr val="dk1"/>
                </a:solidFill>
                <a:latin typeface="Urbanist Light"/>
                <a:ea typeface="Urbanist Light"/>
                <a:cs typeface="Urbanist Light"/>
                <a:sym typeface="Urbanist Light"/>
              </a:endParaRPr>
            </a:p>
            <a:p>
              <a:pPr marL="457200" marR="0" lvl="0" indent="-336902" algn="l" rtl="0">
                <a:lnSpc>
                  <a:spcPct val="115000"/>
                </a:lnSpc>
                <a:spcBef>
                  <a:spcPts val="0"/>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Model types and paradigms</a:t>
              </a:r>
              <a:endParaRPr sz="1704" b="0" i="0" u="none" strike="noStrike" cap="none">
                <a:solidFill>
                  <a:schemeClr val="dk1"/>
                </a:solidFill>
                <a:latin typeface="Urbanist Light"/>
                <a:ea typeface="Urbanist Light"/>
                <a:cs typeface="Urbanist Light"/>
                <a:sym typeface="Urbanist Light"/>
              </a:endParaRPr>
            </a:p>
            <a:p>
              <a:pPr marL="457200" marR="0" lvl="0" indent="-336902" algn="l" rtl="0">
                <a:lnSpc>
                  <a:spcPct val="115000"/>
                </a:lnSpc>
                <a:spcBef>
                  <a:spcPts val="0"/>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Ethical AI considerations</a:t>
              </a:r>
              <a:endParaRPr sz="1704"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853"/>
                </a:spcBef>
                <a:spcAft>
                  <a:spcPts val="853"/>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p:txBody>
        </p:sp>
      </p:grpSp>
      <p:grpSp>
        <p:nvGrpSpPr>
          <p:cNvPr id="318" name="Google Shape;318;p24"/>
          <p:cNvGrpSpPr/>
          <p:nvPr/>
        </p:nvGrpSpPr>
        <p:grpSpPr>
          <a:xfrm>
            <a:off x="7050170" y="2177022"/>
            <a:ext cx="7093804" cy="4017887"/>
            <a:chOff x="1518225" y="2327475"/>
            <a:chExt cx="6654600" cy="3769125"/>
          </a:xfrm>
        </p:grpSpPr>
        <p:sp>
          <p:nvSpPr>
            <p:cNvPr id="319" name="Google Shape;319;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a:buNone/>
              </a:pPr>
              <a:r>
                <a:rPr lang="en-US" sz="2558" b="0" i="0" u="none" strike="noStrike" cap="none">
                  <a:solidFill>
                    <a:srgbClr val="7068F4"/>
                  </a:solidFill>
                  <a:latin typeface="Urbanist Medium"/>
                  <a:ea typeface="Urbanist Medium"/>
                  <a:cs typeface="Urbanist Medium"/>
                  <a:sym typeface="Urbanist Medium"/>
                </a:rPr>
                <a:t>Machine Learning Fundamentals in Python</a:t>
              </a: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chemeClr val="dk1"/>
                </a:buClr>
                <a:buSzPts val="1100"/>
                <a:buFont typeface="Arial"/>
                <a:buNone/>
              </a:pPr>
              <a:endParaRPr sz="11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a:p>
              <a:pPr marL="0" marR="0" lvl="0" indent="0" algn="l" rtl="0">
                <a:lnSpc>
                  <a:spcPct val="115000"/>
                </a:lnSpc>
                <a:spcBef>
                  <a:spcPts val="0"/>
                </a:spcBef>
                <a:spcAft>
                  <a:spcPts val="0"/>
                </a:spcAft>
                <a:buClr>
                  <a:srgbClr val="000000"/>
                </a:buClr>
                <a:buSzPts val="1172"/>
                <a:buFont typeface="Arial"/>
                <a:buNone/>
              </a:pPr>
              <a:endParaRPr sz="1172"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58"/>
                <a:buFont typeface="Arial"/>
                <a:buNone/>
              </a:pPr>
              <a:endParaRPr sz="2558" b="0" i="0" u="none" strike="noStrike" cap="none">
                <a:solidFill>
                  <a:srgbClr val="7068F4"/>
                </a:solidFill>
                <a:latin typeface="Urbanist Medium"/>
                <a:ea typeface="Urbanist Medium"/>
                <a:cs typeface="Urbanist Medium"/>
                <a:sym typeface="Urbanist Medium"/>
              </a:endParaRPr>
            </a:p>
          </p:txBody>
        </p:sp>
        <p:sp>
          <p:nvSpPr>
            <p:cNvPr id="320" name="Google Shape;320;p24"/>
            <p:cNvSpPr txBox="1"/>
            <p:nvPr/>
          </p:nvSpPr>
          <p:spPr>
            <a:xfrm>
              <a:off x="1518225" y="2894100"/>
              <a:ext cx="6654600" cy="32025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a:buNone/>
              </a:pPr>
              <a:r>
                <a:rPr lang="en-US" sz="1700" b="0" i="0" u="none" strike="noStrike" cap="none">
                  <a:solidFill>
                    <a:srgbClr val="7068F4"/>
                  </a:solidFill>
                  <a:latin typeface="Urbanist Medium"/>
                  <a:ea typeface="Urbanist Medium"/>
                  <a:cs typeface="Urbanist Medium"/>
                  <a:sym typeface="Urbanist Medium"/>
                </a:rPr>
                <a:t>✓ 100% Completed</a:t>
              </a:r>
              <a:endParaRPr sz="1150" b="1" i="0" u="none" strike="noStrike" cap="none">
                <a:solidFill>
                  <a:srgbClr val="667EEA"/>
                </a:solidFill>
                <a:highlight>
                  <a:srgbClr val="F8F9FA"/>
                </a:highlight>
                <a:latin typeface="Arial"/>
                <a:ea typeface="Arial"/>
                <a:cs typeface="Arial"/>
                <a:sym typeface="Arial"/>
              </a:endParaRPr>
            </a:p>
            <a:p>
              <a:pPr marL="457200" marR="0" lvl="0" indent="-336901" algn="l" rtl="0">
                <a:lnSpc>
                  <a:spcPct val="115000"/>
                </a:lnSpc>
                <a:spcBef>
                  <a:spcPts val="853"/>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Supervised learning concepts</a:t>
              </a:r>
              <a:endParaRPr sz="1704" b="0" i="0" u="none" strike="noStrike" cap="none">
                <a:solidFill>
                  <a:schemeClr val="dk1"/>
                </a:solidFill>
                <a:latin typeface="Urbanist Light"/>
                <a:ea typeface="Urbanist Light"/>
                <a:cs typeface="Urbanist Light"/>
                <a:sym typeface="Urbanist Light"/>
              </a:endParaRPr>
            </a:p>
            <a:p>
              <a:pPr marL="457200" marR="0" lvl="0" indent="-336901" algn="l" rtl="0">
                <a:lnSpc>
                  <a:spcPct val="115000"/>
                </a:lnSpc>
                <a:spcBef>
                  <a:spcPts val="0"/>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Model training and evaluation</a:t>
              </a:r>
              <a:endParaRPr sz="1704" b="0" i="0" u="none" strike="noStrike" cap="none">
                <a:solidFill>
                  <a:schemeClr val="dk1"/>
                </a:solidFill>
                <a:latin typeface="Urbanist Light"/>
                <a:ea typeface="Urbanist Light"/>
                <a:cs typeface="Urbanist Light"/>
                <a:sym typeface="Urbanist Light"/>
              </a:endParaRPr>
            </a:p>
            <a:p>
              <a:pPr marL="457200" marR="0" lvl="0" indent="-336901" algn="l" rtl="0">
                <a:lnSpc>
                  <a:spcPct val="115000"/>
                </a:lnSpc>
                <a:spcBef>
                  <a:spcPts val="0"/>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Performance metrics</a:t>
              </a:r>
              <a:endParaRPr sz="1704" b="0" i="0" u="none" strike="noStrike" cap="none">
                <a:solidFill>
                  <a:schemeClr val="dk1"/>
                </a:solidFill>
                <a:latin typeface="Urbanist Light"/>
                <a:ea typeface="Urbanist Light"/>
                <a:cs typeface="Urbanist Light"/>
                <a:sym typeface="Urbanist Light"/>
              </a:endParaRPr>
            </a:p>
            <a:p>
              <a:pPr marL="457200" marR="0" lvl="0" indent="-336901" algn="l" rtl="0">
                <a:lnSpc>
                  <a:spcPct val="115000"/>
                </a:lnSpc>
                <a:spcBef>
                  <a:spcPts val="0"/>
                </a:spcBef>
                <a:spcAft>
                  <a:spcPts val="0"/>
                </a:spcAft>
                <a:buClr>
                  <a:schemeClr val="dk1"/>
                </a:buClr>
                <a:buSzPts val="1706"/>
                <a:buFont typeface="Urbanist Light"/>
                <a:buChar char="-"/>
              </a:pPr>
              <a:r>
                <a:rPr lang="en-US" sz="1704" b="0" i="0" u="none" strike="noStrike" cap="none">
                  <a:solidFill>
                    <a:schemeClr val="dk1"/>
                  </a:solidFill>
                  <a:latin typeface="Urbanist Light"/>
                  <a:ea typeface="Urbanist Light"/>
                  <a:cs typeface="Urbanist Light"/>
                  <a:sym typeface="Urbanist Light"/>
                </a:rPr>
                <a:t>Feature engineering with scikit-learn</a:t>
              </a:r>
              <a:endParaRPr sz="1704" b="0" i="0" u="none" strike="noStrike" cap="none">
                <a:solidFill>
                  <a:schemeClr val="dk1"/>
                </a:solidFill>
                <a:latin typeface="Urbanist Light"/>
                <a:ea typeface="Urbanist Light"/>
                <a:cs typeface="Urbanist Light"/>
                <a:sym typeface="Urbanist Light"/>
              </a:endParaRPr>
            </a:p>
            <a:p>
              <a:pPr marL="457200" marR="0" lvl="0" indent="0" algn="l" rtl="0">
                <a:lnSpc>
                  <a:spcPct val="115000"/>
                </a:lnSpc>
                <a:spcBef>
                  <a:spcPts val="800"/>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a:p>
              <a:pPr marL="457200" marR="0" lvl="0" indent="0" algn="l" rtl="0">
                <a:lnSpc>
                  <a:spcPct val="115000"/>
                </a:lnSpc>
                <a:spcBef>
                  <a:spcPts val="853"/>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853"/>
                </a:spcBef>
                <a:spcAft>
                  <a:spcPts val="0"/>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853"/>
                </a:spcBef>
                <a:spcAft>
                  <a:spcPts val="853"/>
                </a:spcAft>
                <a:buClr>
                  <a:srgbClr val="000000"/>
                </a:buClr>
                <a:buSzPts val="1705"/>
                <a:buFont typeface="Arial"/>
                <a:buNone/>
              </a:pPr>
              <a:endParaRPr sz="1704" b="0" i="0" u="none" strike="noStrike" cap="none">
                <a:solidFill>
                  <a:schemeClr val="dk1"/>
                </a:solidFill>
                <a:latin typeface="Urbanist Light"/>
                <a:ea typeface="Urbanist Light"/>
                <a:cs typeface="Urbanist Light"/>
                <a:sym typeface="Urbanist Light"/>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5"/>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t>21</a:t>
            </a:fld>
            <a:endParaRPr/>
          </a:p>
        </p:txBody>
      </p:sp>
      <p:sp>
        <p:nvSpPr>
          <p:cNvPr id="327" name="Google Shape;327;p25"/>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a:p>
        </p:txBody>
      </p:sp>
      <p:sp>
        <p:nvSpPr>
          <p:cNvPr id="328" name="Google Shape;328;p25"/>
          <p:cNvSpPr txBox="1"/>
          <p:nvPr/>
        </p:nvSpPr>
        <p:spPr>
          <a:xfrm>
            <a:off x="980825" y="1838350"/>
            <a:ext cx="12795000" cy="1132618"/>
          </a:xfrm>
          <a:prstGeom prst="rect">
            <a:avLst/>
          </a:prstGeom>
          <a:noFill/>
          <a:ln>
            <a:noFill/>
          </a:ln>
        </p:spPr>
        <p:txBody>
          <a:bodyPr spcFirstLastPara="1" wrap="square" lIns="0" tIns="0" rIns="0" bIns="0" anchor="t" anchorCtr="0">
            <a:spAutoFit/>
          </a:bodyPr>
          <a:lstStyle/>
          <a:p>
            <a:pPr lvl="0">
              <a:lnSpc>
                <a:spcPct val="115000"/>
              </a:lnSpc>
              <a:spcBef>
                <a:spcPts val="1279"/>
              </a:spcBef>
              <a:spcAft>
                <a:spcPts val="1279"/>
              </a:spcAft>
              <a:buSzPts val="2258"/>
            </a:pPr>
            <a:r>
              <a:rPr lang="en-US" sz="2258" b="1" dirty="0">
                <a:solidFill>
                  <a:schemeClr val="dk1"/>
                </a:solidFill>
                <a:latin typeface="Urbanist"/>
                <a:ea typeface="Urbanist"/>
                <a:cs typeface="Urbanist"/>
                <a:sym typeface="Urbanist"/>
              </a:rPr>
              <a:t>Marcelo Pacheco Alvaro scored 100% on DataCamp’s AI Assessment. This places him among the highest performers on a platform used globally to validate AI and ML engineering skills.</a:t>
            </a:r>
            <a:r>
              <a:rPr lang="en-US" sz="2258" b="1" dirty="0" err="1">
                <a:solidFill>
                  <a:schemeClr val="dk1"/>
                </a:solidFill>
                <a:latin typeface="Urbanist"/>
                <a:ea typeface="Urbanist"/>
                <a:cs typeface="Urbanist"/>
                <a:sym typeface="Urbanist"/>
              </a:rPr>
              <a:t/>
            </a:r>
            <a:r>
              <a:rPr lang="en-US" sz="2258" b="1" dirty="0">
                <a:solidFill>
                  <a:schemeClr val="dk1"/>
                </a:solidFill>
                <a:latin typeface="Urbanist"/>
                <a:ea typeface="Urbanist"/>
                <a:cs typeface="Urbanist"/>
                <a:sym typeface="Urbanist"/>
              </a:rPr>
              <a:t/>
            </a:r>
            <a:r>
              <a:rPr lang="en-US" sz="2258" b="1" i="0" u="none" strike="noStrike" cap="none" dirty="0">
                <a:solidFill>
                  <a:schemeClr val="dk1"/>
                </a:solidFill>
                <a:latin typeface="Urbanist"/>
                <a:ea typeface="Urbanist"/>
                <a:cs typeface="Urbanist"/>
                <a:sym typeface="Urbanist"/>
              </a:rPr>
              <a:t/>
            </a:r>
            <a:r>
              <a:rPr lang="en-US" sz="2258" b="1" i="0" u="none" strike="noStrike" cap="none" dirty="0" err="1">
                <a:solidFill>
                  <a:schemeClr val="dk1"/>
                </a:solidFill>
                <a:latin typeface="Urbanist"/>
                <a:ea typeface="Urbanist"/>
                <a:cs typeface="Urbanist"/>
                <a:sym typeface="Urbanist"/>
              </a:rPr>
              <a:t/>
            </a:r>
            <a:r>
              <a:rPr lang="en-US" sz="2258" b="1" i="0" u="none" strike="noStrike" cap="none" dirty="0">
                <a:solidFill>
                  <a:schemeClr val="dk1"/>
                </a:solidFill>
                <a:latin typeface="Urbanist"/>
                <a:ea typeface="Urbanist"/>
                <a:cs typeface="Urbanist"/>
                <a:sym typeface="Urbanist"/>
              </a:rPr>
              <a:t/>
            </a:r>
            <a:r>
              <a:rPr lang="en-US" sz="2258" b="0" i="0" u="none" strike="noStrike" cap="none" dirty="0">
                <a:solidFill>
                  <a:schemeClr val="dk1"/>
                </a:solidFill>
                <a:latin typeface="Urbanist Light"/>
                <a:ea typeface="Urbanist Light"/>
                <a:cs typeface="Urbanist Light"/>
                <a:sym typeface="Urbanist Light"/>
              </a:rPr>
              <a:t/>
            </a:r>
            <a:endParaRPr sz="2258" b="0" i="0" u="none" strike="noStrike" cap="none" dirty="0">
              <a:solidFill>
                <a:schemeClr val="dk1"/>
              </a:solidFill>
              <a:latin typeface="Urbanist Light"/>
              <a:ea typeface="Urbanist Light"/>
              <a:cs typeface="Urbanist Light"/>
              <a:sym typeface="Urbanist Light"/>
            </a:endParaRPr>
          </a:p>
        </p:txBody>
      </p:sp>
      <p:grpSp>
        <p:nvGrpSpPr>
          <p:cNvPr id="329" name="Google Shape;329;p25"/>
          <p:cNvGrpSpPr/>
          <p:nvPr/>
        </p:nvGrpSpPr>
        <p:grpSpPr>
          <a:xfrm>
            <a:off x="980827" y="3104659"/>
            <a:ext cx="12531943" cy="3547461"/>
            <a:chOff x="1518225" y="2327475"/>
            <a:chExt cx="6654600" cy="3327825"/>
          </a:xfrm>
        </p:grpSpPr>
        <p:sp>
          <p:nvSpPr>
            <p:cNvPr id="330" name="Google Shape;330;p25"/>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a:buNone/>
              </a:pPr>
              <a:r>
                <a:rPr lang="en-US" sz="2858" b="0" i="0" u="none" strike="noStrike" cap="none">
                  <a:solidFill>
                    <a:srgbClr val="7068F4"/>
                  </a:solidFill>
                  <a:latin typeface="Urbanist Medium"/>
                  <a:ea typeface="Urbanist Medium"/>
                  <a:cs typeface="Urbanist Medium"/>
                  <a:sym typeface="Urbanist Medium"/>
                </a:rPr>
                <a:t>⭐ 100% in AI Fundamentals</a:t>
              </a:r>
              <a:endParaRPr sz="2858" b="0" i="0" u="none" strike="noStrike" cap="none">
                <a:solidFill>
                  <a:srgbClr val="7068F4"/>
                </a:solidFill>
                <a:latin typeface="Urbanist Medium"/>
                <a:ea typeface="Urbanist Medium"/>
                <a:cs typeface="Urbanist Medium"/>
                <a:sym typeface="Urbanist Medium"/>
              </a:endParaRPr>
            </a:p>
          </p:txBody>
        </p:sp>
        <p:sp>
          <p:nvSpPr>
            <p:cNvPr id="331" name="Google Shape;331;p25"/>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a:buNone/>
              </a:pPr>
              <a:r>
                <a:rPr lang="en-US" sz="2004" b="0" i="0" u="none" strike="noStrike" cap="none">
                  <a:solidFill>
                    <a:schemeClr val="dk1"/>
                  </a:solidFill>
                  <a:latin typeface="Urbanist Light"/>
                  <a:ea typeface="Urbanist Light"/>
                  <a:cs typeface="Urbanist Light"/>
                  <a:sym typeface="Urbanist Light"/>
                </a:rPr>
                <a:t>A perfect score demonstrating fluency in:</a:t>
              </a:r>
              <a:endParaRPr sz="2004" b="0" i="0" u="none" strike="noStrike" cap="none">
                <a:solidFill>
                  <a:schemeClr val="dk1"/>
                </a:solidFill>
                <a:latin typeface="Urbanist Light"/>
                <a:ea typeface="Urbanist Light"/>
                <a:cs typeface="Urbanist Light"/>
                <a:sym typeface="Urbanist Light"/>
              </a:endParaRPr>
            </a:p>
            <a:p>
              <a:pPr marL="457200" marR="0" lvl="0" indent="-317500" algn="l" rtl="0">
                <a:lnSpc>
                  <a:spcPct val="115000"/>
                </a:lnSpc>
                <a:spcBef>
                  <a:spcPts val="1200"/>
                </a:spcBef>
                <a:spcAft>
                  <a:spcPts val="0"/>
                </a:spcAft>
                <a:buClr>
                  <a:schemeClr val="dk1"/>
                </a:buClr>
                <a:buSzPts val="1400"/>
                <a:buFont typeface="Arial"/>
                <a:buChar char="●"/>
              </a:pPr>
              <a:r>
                <a:rPr lang="en-US" sz="2004" b="0" i="0" u="none" strike="noStrike" cap="none">
                  <a:solidFill>
                    <a:schemeClr val="dk1"/>
                  </a:solidFill>
                  <a:latin typeface="Urbanist Light"/>
                  <a:ea typeface="Urbanist Light"/>
                  <a:cs typeface="Urbanist Light"/>
                  <a:sym typeface="Urbanist Light"/>
                </a:rPr>
                <a:t>Core AI concepts</a:t>
              </a:r>
              <a:endParaRPr sz="2004" b="0" i="0" u="none" strike="noStrike" cap="none">
                <a:solidFill>
                  <a:schemeClr val="dk1"/>
                </a:solidFill>
                <a:latin typeface="Urbanist Light"/>
                <a:ea typeface="Urbanist Light"/>
                <a:cs typeface="Urbanist Light"/>
                <a:sym typeface="Urbanist Light"/>
              </a:endParaRPr>
            </a:p>
            <a:p>
              <a:pPr marL="457200" marR="0" lvl="0" indent="-317500" algn="l" rtl="0">
                <a:lnSpc>
                  <a:spcPct val="115000"/>
                </a:lnSpc>
                <a:spcBef>
                  <a:spcPts val="0"/>
                </a:spcBef>
                <a:spcAft>
                  <a:spcPts val="0"/>
                </a:spcAft>
                <a:buClr>
                  <a:schemeClr val="dk1"/>
                </a:buClr>
                <a:buSzPts val="1400"/>
                <a:buFont typeface="Arial"/>
                <a:buChar char="●"/>
              </a:pPr>
              <a:r>
                <a:rPr lang="en-US" sz="2004" b="0" i="0" u="none" strike="noStrike" cap="none">
                  <a:solidFill>
                    <a:schemeClr val="dk1"/>
                  </a:solidFill>
                  <a:latin typeface="Urbanist Light"/>
                  <a:ea typeface="Urbanist Light"/>
                  <a:cs typeface="Urbanist Light"/>
                  <a:sym typeface="Urbanist Light"/>
                </a:rPr>
                <a:t>ML pipelines</a:t>
              </a:r>
              <a:endParaRPr sz="2004" b="0" i="0" u="none" strike="noStrike" cap="none">
                <a:solidFill>
                  <a:schemeClr val="dk1"/>
                </a:solidFill>
                <a:latin typeface="Urbanist Light"/>
                <a:ea typeface="Urbanist Light"/>
                <a:cs typeface="Urbanist Light"/>
                <a:sym typeface="Urbanist Light"/>
              </a:endParaRPr>
            </a:p>
            <a:p>
              <a:pPr marL="457200" marR="0" lvl="0" indent="-317500" algn="l" rtl="0">
                <a:lnSpc>
                  <a:spcPct val="115000"/>
                </a:lnSpc>
                <a:spcBef>
                  <a:spcPts val="0"/>
                </a:spcBef>
                <a:spcAft>
                  <a:spcPts val="0"/>
                </a:spcAft>
                <a:buClr>
                  <a:schemeClr val="dk1"/>
                </a:buClr>
                <a:buSzPts val="1400"/>
                <a:buFont typeface="Arial"/>
                <a:buChar char="●"/>
              </a:pPr>
              <a:r>
                <a:rPr lang="en-US" sz="2004" b="0" i="0" u="none" strike="noStrike" cap="none">
                  <a:solidFill>
                    <a:schemeClr val="dk1"/>
                  </a:solidFill>
                  <a:latin typeface="Urbanist Light"/>
                  <a:ea typeface="Urbanist Light"/>
                  <a:cs typeface="Urbanist Light"/>
                  <a:sym typeface="Urbanist Light"/>
                </a:rPr>
                <a:t>Responsible AI</a:t>
              </a:r>
              <a:endParaRPr sz="2004" b="0" i="0" u="none" strike="noStrike" cap="none">
                <a:solidFill>
                  <a:schemeClr val="dk1"/>
                </a:solidFill>
                <a:latin typeface="Urbanist Light"/>
                <a:ea typeface="Urbanist Light"/>
                <a:cs typeface="Urbanist Light"/>
                <a:sym typeface="Urbanist Light"/>
              </a:endParaRPr>
            </a:p>
            <a:p>
              <a:pPr marL="457200" marR="0" lvl="0" indent="-317500" algn="l" rtl="0">
                <a:lnSpc>
                  <a:spcPct val="115000"/>
                </a:lnSpc>
                <a:spcBef>
                  <a:spcPts val="0"/>
                </a:spcBef>
                <a:spcAft>
                  <a:spcPts val="0"/>
                </a:spcAft>
                <a:buClr>
                  <a:schemeClr val="dk1"/>
                </a:buClr>
                <a:buSzPts val="1400"/>
                <a:buFont typeface="Arial"/>
                <a:buChar char="●"/>
              </a:pPr>
              <a:r>
                <a:rPr lang="en-US" sz="2004" b="0" i="0" u="none" strike="noStrike" cap="none">
                  <a:solidFill>
                    <a:schemeClr val="dk1"/>
                  </a:solidFill>
                  <a:latin typeface="Urbanist Light"/>
                  <a:ea typeface="Urbanist Light"/>
                  <a:cs typeface="Urbanist Light"/>
                  <a:sym typeface="Urbanist Light"/>
                </a:rPr>
                <a:t>Practical use cases</a:t>
              </a:r>
              <a:endParaRPr sz="2004" b="0" i="0" u="none" strike="noStrike" cap="none">
                <a:solidFill>
                  <a:schemeClr val="dk1"/>
                </a:solidFill>
                <a:latin typeface="Urbanist Light"/>
                <a:ea typeface="Urbanist Light"/>
                <a:cs typeface="Urbanist Light"/>
                <a:sym typeface="Urbanist Light"/>
              </a:endParaRPr>
            </a:p>
            <a:p>
              <a:pPr marL="457200" marR="0" lvl="0" indent="-317500" algn="l" rtl="0">
                <a:lnSpc>
                  <a:spcPct val="115000"/>
                </a:lnSpc>
                <a:spcBef>
                  <a:spcPts val="0"/>
                </a:spcBef>
                <a:spcAft>
                  <a:spcPts val="0"/>
                </a:spcAft>
                <a:buClr>
                  <a:schemeClr val="dk1"/>
                </a:buClr>
                <a:buSzPts val="1400"/>
                <a:buFont typeface="Arial"/>
                <a:buChar char="●"/>
              </a:pPr>
              <a:r>
                <a:rPr lang="en-US" sz="2004" b="0" i="0" u="none" strike="noStrike" cap="none">
                  <a:solidFill>
                    <a:schemeClr val="dk1"/>
                  </a:solidFill>
                  <a:latin typeface="Urbanist Light"/>
                  <a:ea typeface="Urbanist Light"/>
                  <a:cs typeface="Urbanist Light"/>
                  <a:sym typeface="Urbanist Light"/>
                </a:rPr>
                <a:t>AI-assisted development workflows</a:t>
              </a:r>
              <a:endParaRPr sz="2004"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1200"/>
                </a:spcBef>
                <a:spcAft>
                  <a:spcPts val="853"/>
                </a:spcAft>
                <a:buClr>
                  <a:srgbClr val="000000"/>
                </a:buClr>
                <a:buSzPts val="2005"/>
                <a:buFont typeface="Arial"/>
                <a:buNone/>
              </a:pPr>
              <a:endParaRPr sz="2004" b="0" i="0" u="none" strike="noStrike" cap="none">
                <a:solidFill>
                  <a:schemeClr val="dk1"/>
                </a:solidFill>
                <a:latin typeface="Urbanist Light"/>
                <a:ea typeface="Urbanist Light"/>
                <a:cs typeface="Urbanist Light"/>
                <a:sym typeface="Urbanist Light"/>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6"/>
          <p:cNvSpPr/>
          <p:nvPr/>
        </p:nvSpPr>
        <p:spPr>
          <a:xfrm>
            <a:off x="3953850" y="2777550"/>
            <a:ext cx="6722700" cy="41325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 name="Google Shape;338;p2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t>22</a:t>
            </a:fld>
            <a:endParaRPr/>
          </a:p>
        </p:txBody>
      </p:sp>
      <p:sp>
        <p:nvSpPr>
          <p:cNvPr id="339" name="Google Shape;339;p26"/>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Executive Summary</a:t>
            </a:r>
            <a:endParaRPr/>
          </a:p>
        </p:txBody>
      </p:sp>
      <p:sp>
        <p:nvSpPr>
          <p:cNvPr id="340" name="Google Shape;340;p26"/>
          <p:cNvSpPr txBox="1"/>
          <p:nvPr/>
        </p:nvSpPr>
        <p:spPr>
          <a:xfrm>
            <a:off x="984850" y="1957400"/>
            <a:ext cx="10682400" cy="732508"/>
          </a:xfrm>
          <a:prstGeom prst="rect">
            <a:avLst/>
          </a:prstGeom>
          <a:noFill/>
          <a:ln>
            <a:noFill/>
          </a:ln>
        </p:spPr>
        <p:txBody>
          <a:bodyPr spcFirstLastPara="1" wrap="square" lIns="0" tIns="0" rIns="0" bIns="0" anchor="t" anchorCtr="0">
            <a:spAutoFit/>
          </a:bodyPr>
          <a:lstStyle/>
          <a:p>
            <a:pPr lvl="0">
              <a:lnSpc>
                <a:spcPct val="115000"/>
              </a:lnSpc>
              <a:spcBef>
                <a:spcPts val="1200"/>
              </a:spcBef>
              <a:spcAft>
                <a:spcPts val="1200"/>
              </a:spcAft>
              <a:buSzPts val="2400"/>
            </a:pPr>
            <a:r>
              <a:rPr lang="en-US" sz="2400" b="0" i="0" u="none" strike="noStrike" cap="none" dirty="0">
                <a:solidFill>
                  <a:schemeClr val="dk1"/>
                </a:solidFill>
                <a:latin typeface="Urbanist Light"/>
                <a:ea typeface="Urbanist Light"/>
                <a:cs typeface="Urbanist Light"/>
                <a:sym typeface="Urbanist Light"/>
              </a:rPr>
              <a:t>Why We Recommend Marcelo Pacheco Alvaro as a Top 0.01% AI-Native Engineer</a:t>
            </a:r>
            <a:r>
              <a:rPr lang="en-US" sz="2400" dirty="0">
                <a:solidFill>
                  <a:schemeClr val="dk1"/>
                </a:solidFill>
                <a:latin typeface="Urbanist Light"/>
                <a:ea typeface="Urbanist Light"/>
                <a:cs typeface="Urbanist Light"/>
                <a:sym typeface="Urbanist Light"/>
              </a:rPr>
              <a:t/>
            </a:r>
            <a:r>
              <a:rPr lang="en-US" sz="2400" dirty="0" err="1">
                <a:solidFill>
                  <a:schemeClr val="dk1"/>
                </a:solidFill>
                <a:latin typeface="Urbanist Light"/>
                <a:ea typeface="Urbanist Light"/>
                <a:cs typeface="Urbanist Light"/>
                <a:sym typeface="Urbanist Light"/>
              </a:rPr>
              <a:t/>
            </a:r>
            <a:r>
              <a:rPr lang="en-US" sz="2400" dirty="0">
                <a:solidFill>
                  <a:schemeClr val="dk1"/>
                </a:solidFill>
                <a:latin typeface="Urbanist Light"/>
                <a:ea typeface="Urbanist Light"/>
                <a:cs typeface="Urbanist Light"/>
                <a:sym typeface="Urbanist Light"/>
              </a:rPr>
              <a:t/>
            </a:r>
            <a:r>
              <a:rPr lang="en-US" sz="2400" b="0" i="0" u="none" strike="noStrike" cap="none" dirty="0">
                <a:solidFill>
                  <a:schemeClr val="dk1"/>
                </a:solidFill>
                <a:latin typeface="Urbanist Light"/>
                <a:ea typeface="Urbanist Light"/>
                <a:cs typeface="Urbanist Light"/>
                <a:sym typeface="Urbanist Light"/>
              </a:rPr>
              <a:t/>
            </a:r>
            <a:endParaRPr sz="2400" b="0" i="0" u="none" strike="noStrike" cap="none" dirty="0">
              <a:solidFill>
                <a:schemeClr val="dk1"/>
              </a:solidFill>
              <a:latin typeface="Urbanist Light"/>
              <a:ea typeface="Urbanist Light"/>
              <a:cs typeface="Urbanist Light"/>
              <a:sym typeface="Urbanist Light"/>
            </a:endParaRPr>
          </a:p>
        </p:txBody>
      </p:sp>
      <p:sp>
        <p:nvSpPr>
          <p:cNvPr id="341" name="Google Shape;341;p26"/>
          <p:cNvSpPr txBox="1"/>
          <p:nvPr/>
        </p:nvSpPr>
        <p:spPr>
          <a:xfrm>
            <a:off x="4232350" y="3024561"/>
            <a:ext cx="3252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7068F4"/>
                </a:solidFill>
                <a:latin typeface="Urbanist"/>
                <a:ea typeface="Urbanist"/>
                <a:cs typeface="Urbanist"/>
                <a:sym typeface="Urbanist"/>
              </a:rPr>
              <a:t>Technical Excellence</a:t>
            </a:r>
            <a:endParaRPr sz="2400" b="0" i="1" u="none" strike="noStrike" cap="none">
              <a:solidFill>
                <a:srgbClr val="7068F4"/>
              </a:solidFill>
              <a:latin typeface="Urbanist"/>
              <a:ea typeface="Urbanist"/>
              <a:cs typeface="Urbanist"/>
              <a:sym typeface="Urbanist"/>
            </a:endParaRPr>
          </a:p>
        </p:txBody>
      </p:sp>
      <p:sp>
        <p:nvSpPr>
          <p:cNvPr id="342" name="Google Shape;342;p26"/>
          <p:cNvSpPr txBox="1"/>
          <p:nvPr/>
        </p:nvSpPr>
        <p:spPr>
          <a:xfrm>
            <a:off x="4110600" y="3614511"/>
            <a:ext cx="6409200" cy="22656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15000"/>
              </a:lnSpc>
              <a:spcBef>
                <a:spcPts val="1200"/>
              </a:spcBef>
              <a:spcAft>
                <a:spcPts val="0"/>
              </a:spcAft>
              <a:buClr>
                <a:srgbClr val="7068F4"/>
              </a:buClr>
              <a:buSzPts val="1700"/>
              <a:buFont typeface="Urbanist Medium"/>
              <a:buChar char="✓"/>
            </a:pPr>
            <a:r>
              <a:rPr lang="en-US" sz="1700">
                <a:solidFill>
                  <a:schemeClr val="dk1"/>
                </a:solidFill>
                <a:latin typeface="Urbanist Medium"/>
                <a:ea typeface="Urbanist Medium"/>
                <a:cs typeface="Urbanist Medium"/>
                <a:sym typeface="Urbanist Medium"/>
              </a:rPr>
              <a:t>Built production backend systems used by real users</a:t>
            </a:r>
            <a:endParaRPr sz="1700">
              <a:solidFill>
                <a:schemeClr val="dk1"/>
              </a:solidFill>
              <a:latin typeface="Urbanist Medium"/>
              <a:ea typeface="Urbanist Medium"/>
              <a:cs typeface="Urbanist Medium"/>
              <a:sym typeface="Urbanist Medium"/>
            </a:endParaRPr>
          </a:p>
          <a:p>
            <a:pPr marL="457200" marR="0" lvl="0" indent="-336550" algn="l" rtl="0">
              <a:lnSpc>
                <a:spcPct val="115000"/>
              </a:lnSpc>
              <a:spcBef>
                <a:spcPts val="1200"/>
              </a:spcBef>
              <a:spcAft>
                <a:spcPts val="0"/>
              </a:spcAft>
              <a:buClr>
                <a:srgbClr val="7068F4"/>
              </a:buClr>
              <a:buSzPts val="1700"/>
              <a:buFont typeface="Urbanist Medium"/>
              <a:buChar char="✓"/>
            </a:pPr>
            <a:r>
              <a:rPr lang="en-US" sz="1700">
                <a:solidFill>
                  <a:schemeClr val="dk1"/>
                </a:solidFill>
                <a:latin typeface="Urbanist Medium"/>
                <a:ea typeface="Urbanist Medium"/>
                <a:cs typeface="Urbanist Medium"/>
                <a:sym typeface="Urbanist Medium"/>
              </a:rPr>
              <a:t>Designed scalable infrastructure</a:t>
            </a:r>
            <a:endParaRPr sz="1700">
              <a:solidFill>
                <a:schemeClr val="dk1"/>
              </a:solidFill>
              <a:latin typeface="Urbanist Medium"/>
              <a:ea typeface="Urbanist Medium"/>
              <a:cs typeface="Urbanist Medium"/>
              <a:sym typeface="Urbanist Medium"/>
            </a:endParaRPr>
          </a:p>
          <a:p>
            <a:pPr marL="457200" marR="0" lvl="0" indent="-336550" algn="l" rtl="0">
              <a:lnSpc>
                <a:spcPct val="115000"/>
              </a:lnSpc>
              <a:spcBef>
                <a:spcPts val="1200"/>
              </a:spcBef>
              <a:spcAft>
                <a:spcPts val="0"/>
              </a:spcAft>
              <a:buClr>
                <a:srgbClr val="7068F4"/>
              </a:buClr>
              <a:buSzPts val="1700"/>
              <a:buFont typeface="Urbanist Medium"/>
              <a:buChar char="✓"/>
            </a:pPr>
            <a:r>
              <a:rPr lang="en-US" sz="1700">
                <a:solidFill>
                  <a:schemeClr val="dk1"/>
                </a:solidFill>
                <a:latin typeface="Urbanist Medium"/>
                <a:ea typeface="Urbanist Medium"/>
                <a:cs typeface="Urbanist Medium"/>
                <a:sym typeface="Urbanist Medium"/>
              </a:rPr>
              <a:t>Implemented AI-powered backend pipelines</a:t>
            </a:r>
            <a:endParaRPr sz="1700">
              <a:solidFill>
                <a:schemeClr val="dk1"/>
              </a:solidFill>
              <a:latin typeface="Urbanist Medium"/>
              <a:ea typeface="Urbanist Medium"/>
              <a:cs typeface="Urbanist Medium"/>
              <a:sym typeface="Urbanist Medium"/>
            </a:endParaRPr>
          </a:p>
          <a:p>
            <a:pPr marL="457200" marR="0" lvl="0" indent="-336550" algn="l" rtl="0">
              <a:lnSpc>
                <a:spcPct val="115000"/>
              </a:lnSpc>
              <a:spcBef>
                <a:spcPts val="1200"/>
              </a:spcBef>
              <a:spcAft>
                <a:spcPts val="0"/>
              </a:spcAft>
              <a:buClr>
                <a:srgbClr val="7068F4"/>
              </a:buClr>
              <a:buSzPts val="1700"/>
              <a:buFont typeface="Urbanist Medium"/>
              <a:buChar char="✓"/>
            </a:pPr>
            <a:r>
              <a:rPr lang="en-US" sz="1700">
                <a:solidFill>
                  <a:schemeClr val="dk1"/>
                </a:solidFill>
                <a:latin typeface="Urbanist Medium"/>
                <a:ea typeface="Urbanist Medium"/>
                <a:cs typeface="Urbanist Medium"/>
                <a:sym typeface="Urbanist Medium"/>
              </a:rPr>
              <a:t>Strong ownership and execution ability</a:t>
            </a:r>
            <a:endParaRPr sz="1700">
              <a:solidFill>
                <a:schemeClr val="dk1"/>
              </a:solidFill>
              <a:latin typeface="Urbanist Medium"/>
              <a:ea typeface="Urbanist Medium"/>
              <a:cs typeface="Urbanist Medium"/>
              <a:sym typeface="Urbanist Medium"/>
            </a:endParaRPr>
          </a:p>
          <a:p>
            <a:pPr marL="457200" marR="0" lvl="0" indent="-336550" algn="l" rtl="0">
              <a:lnSpc>
                <a:spcPct val="115000"/>
              </a:lnSpc>
              <a:spcBef>
                <a:spcPts val="1200"/>
              </a:spcBef>
              <a:spcAft>
                <a:spcPts val="1000"/>
              </a:spcAft>
              <a:buClr>
                <a:srgbClr val="7068F4"/>
              </a:buClr>
              <a:buSzPts val="1700"/>
              <a:buFont typeface="Urbanist Medium"/>
              <a:buChar char="✓"/>
            </a:pPr>
            <a:r>
              <a:rPr lang="en-US" sz="1700">
                <a:solidFill>
                  <a:schemeClr val="dk1"/>
                </a:solidFill>
                <a:latin typeface="Urbanist Medium"/>
                <a:ea typeface="Urbanist Medium"/>
                <a:cs typeface="Urbanist Medium"/>
                <a:sym typeface="Urbanist Medium"/>
              </a:rPr>
              <a:t>Excellent technical communication</a:t>
            </a:r>
            <a:endParaRPr sz="1700" b="0" i="0" u="none" strike="noStrike" cap="none">
              <a:solidFill>
                <a:schemeClr val="dk1"/>
              </a:solidFill>
              <a:latin typeface="Urbanist Medium"/>
              <a:ea typeface="Urbanist Medium"/>
              <a:cs typeface="Urbanist Medium"/>
              <a:sym typeface="Urbanist Medium"/>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7"/>
          <p:cNvSpPr/>
          <p:nvPr/>
        </p:nvSpPr>
        <p:spPr>
          <a:xfrm>
            <a:off x="9062425" y="2316375"/>
            <a:ext cx="38808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9" name="Google Shape;349;p27"/>
          <p:cNvSpPr/>
          <p:nvPr/>
        </p:nvSpPr>
        <p:spPr>
          <a:xfrm>
            <a:off x="9376525" y="3003675"/>
            <a:ext cx="3252600" cy="2550300"/>
          </a:xfrm>
          <a:prstGeom prst="roundRect">
            <a:avLst>
              <a:gd name="adj" fmla="val 4810"/>
            </a:avLst>
          </a:prstGeom>
          <a:solidFill>
            <a:srgbClr val="F3F3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0" name="Google Shape;350;p27"/>
          <p:cNvSpPr/>
          <p:nvPr/>
        </p:nvSpPr>
        <p:spPr>
          <a:xfrm>
            <a:off x="1687175" y="2316375"/>
            <a:ext cx="67227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1" name="Google Shape;351;p2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t>23</a:t>
            </a:fld>
            <a:endParaRPr/>
          </a:p>
        </p:txBody>
      </p:sp>
      <p:sp>
        <p:nvSpPr>
          <p:cNvPr id="352" name="Google Shape;352;p27"/>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Why We Recommend Hiring in Pairs</a:t>
            </a:r>
            <a:endParaRPr/>
          </a:p>
        </p:txBody>
      </p:sp>
      <p:sp>
        <p:nvSpPr>
          <p:cNvPr id="353" name="Google Shape;353;p27"/>
          <p:cNvSpPr txBox="1"/>
          <p:nvPr/>
        </p:nvSpPr>
        <p:spPr>
          <a:xfrm>
            <a:off x="1919775" y="2550650"/>
            <a:ext cx="49461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7068F4"/>
                </a:solidFill>
                <a:latin typeface="Urbanist"/>
                <a:ea typeface="Urbanist"/>
                <a:cs typeface="Urbanist"/>
                <a:sym typeface="Urbanist"/>
              </a:rPr>
              <a:t>Here’s our recommendation:</a:t>
            </a:r>
            <a:endParaRPr sz="2400" b="0" i="1" u="none" strike="noStrike" cap="none">
              <a:solidFill>
                <a:srgbClr val="7068F4"/>
              </a:solidFill>
              <a:latin typeface="Urbanist"/>
              <a:ea typeface="Urbanist"/>
              <a:cs typeface="Urbanist"/>
              <a:sym typeface="Urbanist"/>
            </a:endParaRPr>
          </a:p>
        </p:txBody>
      </p:sp>
      <p:sp>
        <p:nvSpPr>
          <p:cNvPr id="354" name="Google Shape;354;p27"/>
          <p:cNvSpPr txBox="1"/>
          <p:nvPr/>
        </p:nvSpPr>
        <p:spPr>
          <a:xfrm>
            <a:off x="2000825" y="3429839"/>
            <a:ext cx="6548700" cy="20163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15000"/>
              </a:lnSpc>
              <a:spcBef>
                <a:spcPts val="1200"/>
              </a:spcBef>
              <a:spcAft>
                <a:spcPts val="0"/>
              </a:spcAft>
              <a:buClr>
                <a:srgbClr val="7068F4"/>
              </a:buClr>
              <a:buSzPts val="2000"/>
              <a:buFont typeface="Urbanist Medium"/>
              <a:buChar char="✓"/>
            </a:pPr>
            <a:r>
              <a:rPr lang="en-US" sz="2000" b="0" i="0" u="none" strike="noStrike" cap="none">
                <a:solidFill>
                  <a:schemeClr val="dk1"/>
                </a:solidFill>
                <a:latin typeface="Urbanist Medium"/>
                <a:ea typeface="Urbanist Medium"/>
                <a:cs typeface="Urbanist Medium"/>
                <a:sym typeface="Urbanist Medium"/>
              </a:rPr>
              <a:t>Ensures continuity if one engineer is unavailable</a:t>
            </a:r>
            <a:endParaRPr sz="2000" b="0" i="0" u="none" strike="noStrike" cap="none">
              <a:solidFill>
                <a:schemeClr val="dk1"/>
              </a:solidFill>
              <a:latin typeface="Urbanist Medium"/>
              <a:ea typeface="Urbanist Medium"/>
              <a:cs typeface="Urbanist Medium"/>
              <a:sym typeface="Urbanist Medium"/>
            </a:endParaRPr>
          </a:p>
          <a:p>
            <a:pPr marL="457200" marR="0" lvl="0" indent="-355600" algn="l" rtl="0">
              <a:lnSpc>
                <a:spcPct val="115000"/>
              </a:lnSpc>
              <a:spcBef>
                <a:spcPts val="1200"/>
              </a:spcBef>
              <a:spcAft>
                <a:spcPts val="0"/>
              </a:spcAft>
              <a:buClr>
                <a:srgbClr val="7068F4"/>
              </a:buClr>
              <a:buSzPts val="2000"/>
              <a:buFont typeface="Urbanist Medium"/>
              <a:buChar char="✓"/>
            </a:pPr>
            <a:r>
              <a:rPr lang="en-US" sz="2000" b="0" i="0" u="none" strike="noStrike" cap="none">
                <a:solidFill>
                  <a:schemeClr val="dk1"/>
                </a:solidFill>
                <a:latin typeface="Urbanist Medium"/>
                <a:ea typeface="Urbanist Medium"/>
                <a:cs typeface="Urbanist Medium"/>
                <a:sym typeface="Urbanist Medium"/>
              </a:rPr>
              <a:t>Faster onboarding &amp; higher output</a:t>
            </a:r>
            <a:endParaRPr sz="2000" b="0" i="0" u="none" strike="noStrike" cap="none">
              <a:solidFill>
                <a:schemeClr val="dk1"/>
              </a:solidFill>
              <a:latin typeface="Urbanist Medium"/>
              <a:ea typeface="Urbanist Medium"/>
              <a:cs typeface="Urbanist Medium"/>
              <a:sym typeface="Urbanist Medium"/>
            </a:endParaRPr>
          </a:p>
          <a:p>
            <a:pPr marL="457200" marR="0" lvl="0" indent="-355600" algn="l" rtl="0">
              <a:lnSpc>
                <a:spcPct val="115000"/>
              </a:lnSpc>
              <a:spcBef>
                <a:spcPts val="1200"/>
              </a:spcBef>
              <a:spcAft>
                <a:spcPts val="0"/>
              </a:spcAft>
              <a:buClr>
                <a:srgbClr val="7068F4"/>
              </a:buClr>
              <a:buSzPts val="2000"/>
              <a:buFont typeface="Urbanist Medium"/>
              <a:buChar char="✓"/>
            </a:pPr>
            <a:r>
              <a:rPr lang="en-US" sz="2000" b="0" i="0" u="none" strike="noStrike" cap="none">
                <a:solidFill>
                  <a:schemeClr val="dk1"/>
                </a:solidFill>
                <a:latin typeface="Urbanist Medium"/>
                <a:ea typeface="Urbanist Medium"/>
                <a:cs typeface="Urbanist Medium"/>
                <a:sym typeface="Urbanist Medium"/>
              </a:rPr>
              <a:t>Shared context reduces risk for clients</a:t>
            </a:r>
            <a:endParaRPr sz="2000" b="0" i="0" u="none" strike="noStrike" cap="none">
              <a:solidFill>
                <a:schemeClr val="dk1"/>
              </a:solidFill>
              <a:latin typeface="Urbanist Medium"/>
              <a:ea typeface="Urbanist Medium"/>
              <a:cs typeface="Urbanist Medium"/>
              <a:sym typeface="Urbanist Medium"/>
            </a:endParaRPr>
          </a:p>
          <a:p>
            <a:pPr marL="457200" marR="0" lvl="0" indent="-355600" algn="l" rtl="0">
              <a:lnSpc>
                <a:spcPct val="115000"/>
              </a:lnSpc>
              <a:spcBef>
                <a:spcPts val="1200"/>
              </a:spcBef>
              <a:spcAft>
                <a:spcPts val="1000"/>
              </a:spcAft>
              <a:buClr>
                <a:srgbClr val="7068F4"/>
              </a:buClr>
              <a:buSzPts val="2000"/>
              <a:buFont typeface="Urbanist Medium"/>
              <a:buChar char="✓"/>
            </a:pPr>
            <a:r>
              <a:rPr lang="en-US" sz="2000" b="0" i="0" u="none" strike="noStrike" cap="none">
                <a:solidFill>
                  <a:schemeClr val="dk1"/>
                </a:solidFill>
                <a:latin typeface="Urbanist Medium"/>
                <a:ea typeface="Urbanist Medium"/>
                <a:cs typeface="Urbanist Medium"/>
                <a:sym typeface="Urbanist Medium"/>
              </a:rPr>
              <a:t>Industry standard used by top tech agencies</a:t>
            </a:r>
            <a:endParaRPr sz="2000" b="0" i="0" u="none" strike="noStrike" cap="none">
              <a:solidFill>
                <a:schemeClr val="dk1"/>
              </a:solidFill>
              <a:latin typeface="Urbanist Medium"/>
              <a:ea typeface="Urbanist Medium"/>
              <a:cs typeface="Urbanist Medium"/>
              <a:sym typeface="Urbanist Medium"/>
            </a:endParaRPr>
          </a:p>
        </p:txBody>
      </p:sp>
      <p:sp>
        <p:nvSpPr>
          <p:cNvPr id="355" name="Google Shape;355;p27"/>
          <p:cNvSpPr txBox="1"/>
          <p:nvPr/>
        </p:nvSpPr>
        <p:spPr>
          <a:xfrm>
            <a:off x="9622100" y="3411050"/>
            <a:ext cx="3006900" cy="2090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rgbClr val="000000"/>
              </a:buClr>
              <a:buSzPts val="1800"/>
              <a:buFont typeface="Arial"/>
              <a:buNone/>
            </a:pPr>
            <a:r>
              <a:rPr lang="en-US" sz="1800" b="1" i="0" u="none" strike="noStrike" cap="none">
                <a:solidFill>
                  <a:schemeClr val="dk1"/>
                </a:solidFill>
                <a:latin typeface="Urbanist"/>
                <a:ea typeface="Urbanist"/>
                <a:cs typeface="Urbanist"/>
                <a:sym typeface="Urbanist"/>
              </a:rPr>
              <a:t>Ready to Move Forward?</a:t>
            </a:r>
            <a:endParaRPr sz="1800" b="1" i="0" u="none" strike="noStrike" cap="none">
              <a:solidFill>
                <a:schemeClr val="dk1"/>
              </a:solidFill>
              <a:latin typeface="Urbanist"/>
              <a:ea typeface="Urbanist"/>
              <a:cs typeface="Urbanist"/>
              <a:sym typeface="Urbanist"/>
            </a:endParaRPr>
          </a:p>
          <a:p>
            <a:pPr marL="0" marR="292100" lvl="0" indent="0" algn="l" rtl="0">
              <a:lnSpc>
                <a:spcPct val="115000"/>
              </a:lnSpc>
              <a:spcBef>
                <a:spcPts val="3000"/>
              </a:spcBef>
              <a:spcAft>
                <a:spcPts val="0"/>
              </a:spcAft>
              <a:buClr>
                <a:schemeClr val="dk1"/>
              </a:buClr>
              <a:buSzPts val="1100"/>
              <a:buFont typeface="Arial"/>
              <a:buNone/>
            </a:pPr>
            <a:r>
              <a:rPr lang="en-US" sz="1800" b="0" i="0" u="none" strike="noStrike" cap="none">
                <a:solidFill>
                  <a:schemeClr val="dk1"/>
                </a:solidFill>
                <a:latin typeface="Urbanist Light"/>
                <a:ea typeface="Urbanist Light"/>
                <a:cs typeface="Urbanist Light"/>
                <a:sym typeface="Urbanist Light"/>
              </a:rPr>
              <a:t>Contact FutureProofing.Dev to schedule </a:t>
            </a:r>
            <a:r>
              <a:rPr lang="en-US" sz="1800">
                <a:solidFill>
                  <a:schemeClr val="dk1"/>
                </a:solidFill>
                <a:latin typeface="Urbanist Light"/>
                <a:ea typeface="Urbanist Light"/>
                <a:cs typeface="Urbanist Light"/>
                <a:sym typeface="Urbanist Light"/>
              </a:rPr>
              <a:t>the </a:t>
            </a:r>
            <a:r>
              <a:rPr lang="en-US" sz="1800" b="0" i="0" u="none" strike="noStrike" cap="none">
                <a:solidFill>
                  <a:schemeClr val="dk1"/>
                </a:solidFill>
                <a:latin typeface="Urbanist Light"/>
                <a:ea typeface="Urbanist Light"/>
                <a:cs typeface="Urbanist Light"/>
                <a:sym typeface="Urbanist Light"/>
              </a:rPr>
              <a:t>final interview</a:t>
            </a:r>
            <a:endParaRPr sz="1800" b="0" i="0" u="none" strike="noStrike" cap="none">
              <a:solidFill>
                <a:schemeClr val="dk1"/>
              </a:solidFill>
              <a:latin typeface="Urbanist Light"/>
              <a:ea typeface="Urbanist Light"/>
              <a:cs typeface="Urbanist Light"/>
              <a:sym typeface="Urbanist Light"/>
            </a:endParaRPr>
          </a:p>
          <a:p>
            <a:pPr marL="0" marR="0" lvl="0" indent="0" algn="l" rtl="0">
              <a:lnSpc>
                <a:spcPct val="115000"/>
              </a:lnSpc>
              <a:spcBef>
                <a:spcPts val="1200"/>
              </a:spcBef>
              <a:spcAft>
                <a:spcPts val="1200"/>
              </a:spcAft>
              <a:buClr>
                <a:srgbClr val="000000"/>
              </a:buClr>
              <a:buSzPts val="1800"/>
              <a:buFont typeface="Arial"/>
              <a:buNone/>
            </a:pPr>
            <a:endParaRPr sz="1800" b="0" i="0" u="none" strike="noStrike" cap="none">
              <a:solidFill>
                <a:schemeClr val="dk1"/>
              </a:solidFill>
              <a:latin typeface="Urbanist Light"/>
              <a:ea typeface="Urbanist Light"/>
              <a:cs typeface="Urbanist Light"/>
              <a:sym typeface="Urbanist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EEFF5"/>
        </a:solidFill>
        <a:effectLst/>
      </p:bgPr>
    </p:bg>
    <p:spTree>
      <p:nvGrpSpPr>
        <p:cNvPr id="1" name="Shape 360"/>
        <p:cNvGrpSpPr/>
        <p:nvPr/>
      </p:nvGrpSpPr>
      <p:grpSpPr>
        <a:xfrm>
          <a:off x="0" y="0"/>
          <a:ext cx="0" cy="0"/>
          <a:chOff x="0" y="0"/>
          <a:chExt cx="0" cy="0"/>
        </a:xfrm>
      </p:grpSpPr>
      <p:sp>
        <p:nvSpPr>
          <p:cNvPr id="361" name="Google Shape;361;p28"/>
          <p:cNvSpPr txBox="1"/>
          <p:nvPr/>
        </p:nvSpPr>
        <p:spPr>
          <a:xfrm>
            <a:off x="1354250" y="1725600"/>
            <a:ext cx="9479700" cy="215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a:buNone/>
            </a:pPr>
            <a:r>
              <a:rPr lang="en-US" sz="6400" b="0" i="0" u="none" strike="noStrike" cap="none">
                <a:solidFill>
                  <a:srgbClr val="000000"/>
                </a:solidFill>
                <a:latin typeface="Urbanist Medium"/>
                <a:ea typeface="Urbanist Medium"/>
                <a:cs typeface="Urbanist Medium"/>
                <a:sym typeface="Urbanist Medium"/>
              </a:rPr>
              <a:t>Start Hiring Elite</a:t>
            </a:r>
            <a:endParaRPr sz="6400" b="0" i="0" u="none" strike="noStrike" cap="none">
              <a:solidFill>
                <a:srgbClr val="000000"/>
              </a:solidFill>
              <a:latin typeface="Urbanist Medium"/>
              <a:ea typeface="Urbanist Medium"/>
              <a:cs typeface="Urbanist Medium"/>
              <a:sym typeface="Urbanist Medium"/>
            </a:endParaRPr>
          </a:p>
          <a:p>
            <a:pPr marL="0" marR="0" lvl="0" indent="0" algn="l" rtl="0">
              <a:lnSpc>
                <a:spcPct val="100000"/>
              </a:lnSpc>
              <a:spcBef>
                <a:spcPts val="0"/>
              </a:spcBef>
              <a:spcAft>
                <a:spcPts val="0"/>
              </a:spcAft>
              <a:buClr>
                <a:srgbClr val="000000"/>
              </a:buClr>
              <a:buSzPts val="6400"/>
              <a:buFont typeface="Arial"/>
              <a:buNone/>
            </a:pPr>
            <a:r>
              <a:rPr lang="en-US" sz="6400" b="0" i="0" u="none" strike="noStrike" cap="none">
                <a:solidFill>
                  <a:srgbClr val="000000"/>
                </a:solidFill>
                <a:latin typeface="Urbanist Medium"/>
                <a:ea typeface="Urbanist Medium"/>
                <a:cs typeface="Urbanist Medium"/>
                <a:sym typeface="Urbanist Medium"/>
              </a:rPr>
              <a:t>AI Talent </a:t>
            </a:r>
            <a:r>
              <a:rPr lang="en-US" sz="6400" b="0" i="1" u="none" strike="noStrike" cap="none">
                <a:solidFill>
                  <a:srgbClr val="7068F4"/>
                </a:solidFill>
                <a:latin typeface="Urbanist Medium"/>
                <a:ea typeface="Urbanist Medium"/>
                <a:cs typeface="Urbanist Medium"/>
                <a:sym typeface="Urbanist Medium"/>
              </a:rPr>
              <a:t>Today.</a:t>
            </a:r>
            <a:endParaRPr sz="6400" b="0" i="1" u="none" strike="noStrike" cap="none">
              <a:solidFill>
                <a:srgbClr val="7068F4"/>
              </a:solidFill>
              <a:latin typeface="Urbanist Medium"/>
              <a:ea typeface="Urbanist Medium"/>
              <a:cs typeface="Urbanist Medium"/>
              <a:sym typeface="Urbanist Medium"/>
            </a:endParaRPr>
          </a:p>
        </p:txBody>
      </p:sp>
      <p:sp>
        <p:nvSpPr>
          <p:cNvPr id="362" name="Google Shape;362;p28"/>
          <p:cNvSpPr txBox="1"/>
          <p:nvPr/>
        </p:nvSpPr>
        <p:spPr>
          <a:xfrm>
            <a:off x="1354250" y="6248975"/>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Urbanist"/>
                <a:ea typeface="Urbanist"/>
                <a:cs typeface="Urbanist"/>
                <a:sym typeface="Urbanist"/>
              </a:rPr>
              <a:t>Future</a:t>
            </a:r>
            <a:r>
              <a:rPr lang="en-US" sz="2400" b="0" i="0" u="none" strike="noStrike" cap="none">
                <a:solidFill>
                  <a:srgbClr val="7068F4"/>
                </a:solidFill>
                <a:latin typeface="Urbanist"/>
                <a:ea typeface="Urbanist"/>
                <a:cs typeface="Urbanist"/>
                <a:sym typeface="Urbanist"/>
              </a:rPr>
              <a:t>Proofing</a:t>
            </a:r>
            <a:r>
              <a:rPr lang="en-US" sz="2400" b="0" i="0" u="none" strike="noStrike" cap="none">
                <a:solidFill>
                  <a:srgbClr val="000000"/>
                </a:solidFill>
                <a:latin typeface="Urbanist"/>
                <a:ea typeface="Urbanist"/>
                <a:cs typeface="Urbanist"/>
                <a:sym typeface="Urbanist"/>
              </a:rPr>
              <a:t>.Dev</a:t>
            </a:r>
            <a:endParaRPr sz="2400" b="0" i="1" u="none" strike="noStrike" cap="none">
              <a:solidFill>
                <a:srgbClr val="7068F4"/>
              </a:solidFill>
              <a:latin typeface="Urbanist"/>
              <a:ea typeface="Urbanist"/>
              <a:cs typeface="Urbanist"/>
              <a:sym typeface="Urbanist"/>
            </a:endParaRPr>
          </a:p>
        </p:txBody>
      </p:sp>
      <p:sp>
        <p:nvSpPr>
          <p:cNvPr id="363" name="Google Shape;363;p28"/>
          <p:cNvSpPr txBox="1"/>
          <p:nvPr/>
        </p:nvSpPr>
        <p:spPr>
          <a:xfrm>
            <a:off x="10365350" y="6141275"/>
            <a:ext cx="2600400" cy="769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7068F4"/>
                </a:solidFill>
                <a:latin typeface="Urbanist"/>
                <a:ea typeface="Urbanist"/>
                <a:cs typeface="Urbanist"/>
                <a:sym typeface="Urbanist"/>
              </a:rPr>
              <a:t>Contact Us</a:t>
            </a:r>
            <a:endParaRPr sz="2000" b="1" i="0" u="none" strike="noStrike" cap="none">
              <a:solidFill>
                <a:srgbClr val="7068F4"/>
              </a:solidFill>
              <a:latin typeface="Urbanist"/>
              <a:ea typeface="Urbanist"/>
              <a:cs typeface="Urbanist"/>
              <a:sym typeface="Urbanist"/>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Urbanist Light"/>
                <a:ea typeface="Urbanist Light"/>
                <a:cs typeface="Urbanist Light"/>
                <a:sym typeface="Urbanist Light"/>
              </a:rPr>
              <a:t>info@futureproofing.dev</a:t>
            </a:r>
            <a:endParaRPr sz="1800" b="0" i="0" u="none" strike="noStrike" cap="none">
              <a:solidFill>
                <a:srgbClr val="000000"/>
              </a:solidFill>
              <a:latin typeface="Urbanist Light"/>
              <a:ea typeface="Urbanist Light"/>
              <a:cs typeface="Urbanist Light"/>
              <a:sym typeface="Urbanist Light"/>
            </a:endParaRPr>
          </a:p>
        </p:txBody>
      </p:sp>
      <p:sp>
        <p:nvSpPr>
          <p:cNvPr id="364" name="Google Shape;364;p28"/>
          <p:cNvSpPr/>
          <p:nvPr/>
        </p:nvSpPr>
        <p:spPr>
          <a:xfrm>
            <a:off x="1469975" y="4255700"/>
            <a:ext cx="2245500" cy="4233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7068F4"/>
                </a:solidFill>
                <a:latin typeface="Urbanist Light"/>
                <a:ea typeface="Urbanist Light"/>
                <a:cs typeface="Urbanist Light"/>
                <a:sym typeface="Urbanist Light"/>
              </a:rPr>
              <a:t>Start hiring</a:t>
            </a:r>
            <a:endParaRPr sz="1800" b="1" i="0" u="none" strike="noStrike" cap="none">
              <a:solidFill>
                <a:srgbClr val="7068F4"/>
              </a:solidFill>
              <a:latin typeface="Urbanist"/>
              <a:ea typeface="Urbanist"/>
              <a:cs typeface="Urbanist"/>
              <a:sym typeface="Urbanist"/>
            </a:endParaRPr>
          </a:p>
        </p:txBody>
      </p:sp>
      <p:sp>
        <p:nvSpPr>
          <p:cNvPr id="365" name="Google Shape;365;p28"/>
          <p:cNvSpPr/>
          <p:nvPr/>
        </p:nvSpPr>
        <p:spPr>
          <a:xfrm>
            <a:off x="3333500" y="4334300"/>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6" name="Google Shape;366;p28"/>
          <p:cNvSpPr/>
          <p:nvPr/>
        </p:nvSpPr>
        <p:spPr>
          <a:xfrm>
            <a:off x="3262206" y="4334300"/>
            <a:ext cx="266100" cy="266100"/>
          </a:xfrm>
          <a:prstGeom prst="ellipse">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7068F4"/>
                </a:solidFill>
                <a:latin typeface="Urbanist"/>
                <a:ea typeface="Urbanist"/>
                <a:cs typeface="Urbanist"/>
                <a:sym typeface="Urbanist"/>
              </a:rPr>
              <a: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TotalTime>
  <Words>1981</Words>
  <Application>Microsoft Office PowerPoint</Application>
  <PresentationFormat>Personalizado</PresentationFormat>
  <Paragraphs>366</Paragraphs>
  <Slides>24</Slides>
  <Notes>24</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24</vt:i4>
      </vt:variant>
    </vt:vector>
  </HeadingPairs>
  <TitlesOfParts>
    <vt:vector size="30" baseType="lpstr">
      <vt:lpstr>Urbanist</vt:lpstr>
      <vt:lpstr>Urbanist Medium</vt:lpstr>
      <vt:lpstr>Arial</vt:lpstr>
      <vt:lpstr>Calibri</vt:lpstr>
      <vt:lpstr>Urbanist Light</vt:lpstr>
      <vt:lpstr>Office Theme</vt:lpstr>
      <vt:lpstr>Presentación de PowerPoint</vt:lpstr>
      <vt:lpstr>We Review Hundreds of Engineers - Only ~1% Make It This Far. [candidate_name] Is One of Them.</vt:lpstr>
      <vt:lpstr>Why [candidate_name] Beats 99.99% of Applicants</vt:lpstr>
      <vt:lpstr>[candidate_name] Is a Back-End AI-Native Engineer With Production-Level Experience Across Modern Systems</vt:lpstr>
      <vt:lpstr>Deep AI Project Experience</vt:lpstr>
      <vt:lpstr>Deep AI Project Experience</vt:lpstr>
      <vt:lpstr>[candidate_name]’s Track Record of High-Impact Engineering Work</vt:lpstr>
      <vt:lpstr>[candidate_name]’s Track Record of High-Impact Engineering Work</vt:lpstr>
      <vt:lpstr>Where [candidate_name] Has Delivered Impact</vt:lpstr>
      <vt:lpstr>Behavioral Assessment Framework</vt:lpstr>
      <vt:lpstr>Behavioral Assessment Framework</vt:lpstr>
      <vt:lpstr>Why [candidate_name] Scores Exceptionally Across Behavioral Dimensions</vt:lpstr>
      <vt:lpstr>Why [candidate_name] Scores Exceptionally Across Behavioral Dimensions</vt:lpstr>
      <vt:lpstr>HackerRank Full-Stack Tech Assessment </vt:lpstr>
      <vt:lpstr>HackerRank Full-Stack Tech Assessment</vt:lpstr>
      <vt:lpstr>HackerRank Full-Stack Tech Assessment</vt:lpstr>
      <vt:lpstr>HackerRank Full-Stack Tech Assessment </vt:lpstr>
      <vt:lpstr>DataCamp Skill Assessments</vt:lpstr>
      <vt:lpstr>DataCamp Skill Assessments</vt:lpstr>
      <vt:lpstr>DataCamp Skill Assessments</vt:lpstr>
      <vt:lpstr>DataCamp Skill Assessments</vt:lpstr>
      <vt:lpstr>Executive Summary</vt:lpstr>
      <vt:lpstr>Why We Recommend Hiring in Pairs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Rafael Rovira Gomez-Sanchez</cp:lastModifiedBy>
  <cp:revision>2</cp:revision>
  <dcterms:modified xsi:type="dcterms:W3CDTF">2026-02-18T18:25:02Z</dcterms:modified>
</cp:coreProperties>
</file>