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srgbClr val="DC3545"/>
                </a:solidFill>
                <a:latin typeface="Urbanist Medium" panose="020B0A04040200000203"/>
                <a:ea typeface="Urbanist Medium" panose="020B0A04040200000203"/>
                <a:cs typeface="Urbanist Medium" panose="020B0A04040200000203"/>
                <a:sym typeface="Urbanist Medium" panose="020B0A04040200000203"/>
              </a:rPr>
              <a:t>No Name field in excel</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791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59094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positioning_blurb</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is continuing to grow across diverse industries partnered with Futureproofing.</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3441930"/>
            <a:ext cx="7914730" cy="2531225"/>
            <a:chOff x="1518223" y="2518095"/>
            <a:chExt cx="7424700" cy="2374506"/>
          </a:xfrm>
        </p:grpSpPr>
        <p:sp>
          <p:nvSpPr>
            <p:cNvPr id="35" name="Google Shape;35;p5"/>
            <p:cNvSpPr txBox="1"/>
            <p:nvPr/>
          </p:nvSpPr>
          <p:spPr>
            <a:xfrm>
              <a:off x="1518225" y="251809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AI-powered Penetration Testing Agent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5126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represents the convergence of versatility, strong communication, real 0→1 execution, and AI-native development practices.</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t>We Review Hundreds of Engineers - Only ~1% Make It This Far. [</a:t>
            </a:r>
            <a:r>
              <a:rPr lang="en-US" sz="3600" dirty="0" err="1"/>
              <a:t>candidate_name</a:t>
            </a:r>
            <a:r>
              <a:rPr lang="en-US" sz="3600" dirty="0"/>
              <a:t>] Is One of Them.</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t>Why [</a:t>
            </a:r>
            <a:r>
              <a:rPr lang="en-US" dirty="0" err="1"/>
              <a:t>candidate_name</a:t>
            </a:r>
            <a:r>
              <a:rPr lang="en-US" dirty="0"/>
              <a:t>] Beats 99.99% of Applicants</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t>[</a:t>
            </a:r>
            <a:r>
              <a:rPr lang="en-US" sz="4000" dirty="0" err="1"/>
              <a:t>candidate_name</a:t>
            </a:r>
            <a:r>
              <a:rPr lang="en-US" sz="4000" dirty="0"/>
              <a:t>] Is a Back-End AI-Native Engineer With Production-Level Experience Across Modern Systems</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ai_6]</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a:t>
            </a:r>
            <a:r>
              <a:rPr lang="en-US" sz="3900" dirty="0" err="1"/>
              <a:t>candidate_name</a:t>
            </a:r>
            <a:r>
              <a:rPr lang="en-US" sz="3900" dirty="0"/>
              <a:t>]’s Track Record of </a:t>
            </a:r>
            <a:r>
              <a:rPr lang="en-US" sz="3900" dirty="0">
                <a:solidFill>
                  <a:srgbClr val="7068F4"/>
                </a:solidFill>
              </a:rPr>
              <a:t>High-Impact Engineering Work</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a:t>
            </a:r>
            <a:r>
              <a:rPr lang="en-US" sz="3900" dirty="0" err="1"/>
              <a:t>candidate_name</a:t>
            </a:r>
            <a:r>
              <a:rPr lang="en-US" sz="3900" dirty="0"/>
              <a:t>]’s Track Record of </a:t>
            </a:r>
            <a:r>
              <a:rPr lang="en-US" sz="3900" dirty="0">
                <a:solidFill>
                  <a:srgbClr val="7068F4"/>
                </a:solidFill>
              </a:rPr>
              <a:t>High-Impact Engineering Work</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1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rgbClr val="DC3545"/>
                  </a:solidFill>
                  <a:latin typeface="Urbanist" panose="020B0A04040200000203"/>
                  <a:ea typeface="Urbanist" panose="020B0A04040200000203"/>
                  <a:cs typeface="Urbanist" panose="020B0A04040200000203"/>
                  <a:sym typeface="Urbanist" panose="020B0A04040200000203"/>
                </a:rPr>
                <a:t>No Description_p1 field in excel</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t>Where [</a:t>
            </a:r>
            <a:r>
              <a:rPr lang="en-US" dirty="0" err="1"/>
              <a:t>candidate_name</a:t>
            </a:r>
            <a:r>
              <a:rPr lang="en-US" dirty="0"/>
              <a:t>] Has Delivered Impact</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a:t>
            </a:r>
            <a:r>
              <a:rPr lang="en-US" sz="3500" dirty="0" err="1"/>
              <a:t>candidate_name</a:t>
            </a:r>
            <a:r>
              <a:rPr lang="en-US" sz="3500" dirty="0"/>
              <a:t>] Scores Exceptionally Across Behavioral Dimensions</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a:t>
            </a:r>
            <a:r>
              <a:rPr lang="en-US" sz="3500" dirty="0" err="1"/>
              <a:t>candidate_name</a:t>
            </a:r>
            <a:r>
              <a:rPr lang="en-US" sz="3500" dirty="0"/>
              <a:t>] Scores Exceptionally Across Behavioral Dimensions</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candidate_name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DataCamp</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candidate_name</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s</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cored 100% on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DataCamp’s</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AI Assessment.</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This places him among the highest performers on a platform used globally to validate AI and ML engineering skills.</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candidate_name</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as a Top 0.01% AI-Native Engineer</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10933</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8</cp:revision>
  <dcterms:created xsi:type="dcterms:W3CDTF">2026-02-19T13:33:00Z</dcterms:created>
  <dcterms:modified xsi:type="dcterms:W3CDTF">2026-02-19T18:50:05Z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