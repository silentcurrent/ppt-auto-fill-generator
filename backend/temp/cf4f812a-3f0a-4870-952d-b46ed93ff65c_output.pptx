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olidFill/>
                <a:latin typeface="Urbanist Medium" panose="020B0A04040200000203"/>
                <a:ea typeface="Urbanist Medium" panose="020B0A04040200000203"/>
                <a:cs typeface="Urbanist Medium" panose="020B0A04040200000203"/>
                <a:sym typeface="Urbanist Medium" panose="020B0A04040200000203"/>
              </a:rPr>
              <a:t/>
            </a:r>
            <a:r>
              <a:rPr sz="4400">
                <a:solidFill>
                  <a:srgbClr val="0066CC"/>
                </a:solidFill>
                <a:latin typeface="Urbanist Medium"/>
              </a:rPr>
              <a:t>Hugo clarke</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791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59094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800">
                <a:solidFill>
                  <a:srgbClr val="0066CC"/>
                </a:solidFill>
                <a:latin typeface="Urbanist Light"/>
              </a:rPr>
              <a:t>Hugo clarke</a:t>
            </a:r>
            <a:r>
              <a:rPr sz="1800">
                <a:latin typeface="Urbanist Light"/>
              </a:rPr>
              <a:t> is continuing to grow across diverse industries partnered with Futureproofing.</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3441930"/>
            <a:ext cx="7914730" cy="2408685"/>
            <a:chOff x="1518223" y="2518095"/>
            <a:chExt cx="7424700" cy="2259553"/>
          </a:xfrm>
        </p:grpSpPr>
        <p:sp>
          <p:nvSpPr>
            <p:cNvPr id="35" name="Google Shape;35;p5"/>
            <p:cNvSpPr txBox="1"/>
            <p:nvPr/>
          </p:nvSpPr>
          <p:spPr>
            <a:xfrm>
              <a:off x="1518225" y="251809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883554"/>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New_test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5126698"/>
            <a:ext cx="9198727" cy="2609982"/>
            <a:chOff x="1518223" y="2327475"/>
            <a:chExt cx="8629200" cy="2448386"/>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88176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b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b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[new_added]</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2400">
                <a:solidFill>
                  <a:srgbClr val="0066CC"/>
                </a:solidFill>
                <a:latin typeface="Urbanist Light"/>
              </a:rPr>
              <a:t>Hugo clarke</a:t>
            </a:r>
            <a:r>
              <a:rPr sz="2400">
                <a:latin typeface="Urbanist Light"/>
              </a:rPr>
              <a:t> represents the convergence of versatility, strong communication, real 0→1 execution, and AI-native development practices.</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solidFill/>
              </a:rPr>
              <a:t>We Review Hundreds of Engineers - Only ~1% Make It This Far. </a:t>
            </a:r>
            <a:r>
              <a:rPr sz="3600">
                <a:solidFill>
                  <a:srgbClr val="0066CC"/>
                </a:solidFill>
              </a:rPr>
              <a:t>Hugo clarke</a:t>
            </a:r>
            <a:r>
              <a:rPr sz="3600"/>
              <a:t> Is One of Them.</a:t>
            </a:r>
            <a:r>
              <a:rPr lang="en-US" sz="3600" dirty="0" err="1"/>
              <a:t/>
            </a:r>
            <a:r>
              <a:rPr lang="en-US" sz="3600" dirty="0"/>
              <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Why </a:t>
            </a:r>
            <a:r>
              <a:rPr>
                <a:solidFill>
                  <a:srgbClr val="0066CC"/>
                </a:solidFill>
              </a:rPr>
              <a:t>Hugo clarke</a:t>
            </a:r>
            <a:r>
              <a:rPr/>
              <a:t> Beats 99.99% of Applicants</a:t>
            </a:r>
            <a:r>
              <a:rPr lang="en-US" dirty="0" err="1"/>
              <a:t/>
            </a:r>
            <a:r>
              <a:rPr lang="en-US" dirty="0"/>
              <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solidFill/>
              </a:rPr>
              <a:t/>
            </a:r>
            <a:r>
              <a:rPr sz="4000">
                <a:solidFill>
                  <a:srgbClr val="0066CC"/>
                </a:solidFill>
              </a:rPr>
              <a:t>Hugo clarke</a:t>
            </a:r>
            <a:r>
              <a:rPr sz="4000"/>
              <a:t> Is a Back-End AI-Native Engineer With Production-Level Experience Across Modern Systems</a:t>
            </a:r>
            <a:r>
              <a:rPr lang="en-US" sz="4000" dirty="0" err="1"/>
              <a:t/>
            </a:r>
            <a:r>
              <a:rPr lang="en-US" sz="4000" dirty="0"/>
              <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ai_6 field in excel</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Hugo clarke</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Hugo clarke</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44" name="Google Shape;144;p12"/>
          <p:cNvGrpSpPr/>
          <p:nvPr/>
        </p:nvGrpSpPr>
        <p:grpSpPr>
          <a:xfrm>
            <a:off x="886690" y="2435831"/>
            <a:ext cx="12531943" cy="1069932"/>
            <a:chOff x="1518225" y="2456626"/>
            <a:chExt cx="6654600" cy="1003689"/>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80122"/>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Designed and implemented an AI-driven penetration testing agent to automate vulnerability identification and reporting.</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51459"/>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rgbClr val="DC3545"/>
                  </a:solidFill>
                  <a:latin typeface="Urbanist Light" panose="020B0A04040200000203"/>
                  <a:ea typeface="Urbanist Light" panose="020B0A04040200000203"/>
                  <a:cs typeface="Urbanist Light" panose="020B0A04040200000203"/>
                  <a:sym typeface="Urbanist Light" panose="020B0A04040200000203"/>
                </a:rPr>
                <a:t>No Description_p2 field in excel</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Where </a:t>
            </a:r>
            <a:r>
              <a:rPr>
                <a:solidFill>
                  <a:srgbClr val="0066CC"/>
                </a:solidFill>
              </a:rPr>
              <a:t>Hugo clarke</a:t>
            </a:r>
            <a:r>
              <a:rPr/>
              <a:t> Has Delivered Impact</a:t>
            </a:r>
            <a:r>
              <a:rPr lang="en-US" dirty="0" err="1"/>
              <a:t/>
            </a:r>
            <a:r>
              <a:rPr lang="en-US" dirty="0"/>
              <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Hugo clarke</a:t>
            </a:r>
            <a:r>
              <a:rPr sz="3500"/>
              <a:t> Scores Exceptionally Across Behavioral Dimensions</a:t>
            </a:r>
            <a:r>
              <a:rPr lang="en-US" sz="3500" dirty="0" err="1"/>
              <a:t/>
            </a:r>
            <a:r>
              <a:rPr lang="en-US" sz="3500" dirty="0"/>
              <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Hugo clarke</a:t>
              </a:r>
              <a:r>
                <a:rPr sz="1705">
                  <a:latin typeface="Urbanist Light"/>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Hugo clarke</a:t>
            </a:r>
            <a:r>
              <a:rPr sz="3500"/>
              <a:t> Scores Exceptionally Across Behavioral Dimensions</a:t>
            </a:r>
            <a:r>
              <a:rPr lang="en-US" sz="3500" dirty="0" err="1"/>
              <a:t/>
            </a:r>
            <a:r>
              <a:rPr lang="en-US" sz="3500" dirty="0"/>
              <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sz="2860" b="0" i="0" u="none">
                  <a:solidFill>
                    <a:srgbClr val="0066CC"/>
                  </a:solidFill>
                  <a:latin typeface="Urbanist Medium"/>
                </a:rPr>
                <a:t>Hugo clarke</a:t>
              </a:r>
              <a:r>
                <a:rPr sz="2860" b="0" i="0" u="none">
                  <a:solidFill>
                    <a:srgbClr val="7068F4"/>
                  </a:solidFill>
                  <a:latin typeface="Urbanist Medium"/>
                </a:rPr>
                <a:t> scored in the top decile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Hugo clarke</a:t>
              </a:r>
              <a:r>
                <a:rPr sz="1705">
                  <a:latin typeface="Urbanist Light"/>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sz="2260" b="1">
                <a:solidFill>
                  <a:srgbClr val="0066CC"/>
                </a:solidFill>
                <a:latin typeface="Urbanist"/>
              </a:rPr>
              <a:t>Hugo clarke</a:t>
            </a:r>
            <a:r>
              <a:rPr sz="2260" b="1">
                <a:latin typeface="Urbanist"/>
              </a:rPr>
              <a:t> scored 100% on DataCamp’s AI Assessment. This places him among the highest performers on a platform used globally to validate AI and ML engineering skills.</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sz="2400" b="0" i="0" u="none">
                <a:solidFill>
                  <a:srgbClr val="0066CC"/>
                </a:solidFill>
                <a:latin typeface="Urbanist Light"/>
              </a:rPr>
              <a:t>Hugo clarke</a:t>
            </a:r>
            <a:r>
              <a:rPr sz="2400" b="0" i="0" u="none">
                <a:latin typeface="Urbanist Light"/>
              </a:rPr>
              <a:t> as a Top 0.01% AI-Native Engineer</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10933</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9</cp:revision>
  <dcterms:created xsi:type="dcterms:W3CDTF">2026-02-19T13:33:00Z</dcterms:created>
  <dcterms:modified xsi:type="dcterms:W3CDTF">2026-02-19T21:55:51Z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