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Hugo clarke</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791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59094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800">
                <a:solidFill>
                  <a:srgbClr val="0066CC"/>
                </a:solidFill>
                <a:latin typeface="Urbanist Light"/>
              </a:rPr>
              <a:t>Hugo clarke</a:t>
            </a:r>
            <a:r>
              <a:rPr sz="1800">
                <a:latin typeface="Urbanist Light"/>
              </a:rPr>
              <a:t>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3441930"/>
            <a:ext cx="7914730" cy="2408685"/>
            <a:chOff x="1518223" y="2518095"/>
            <a:chExt cx="7424700" cy="2259553"/>
          </a:xfrm>
        </p:grpSpPr>
        <p:sp>
          <p:nvSpPr>
            <p:cNvPr id="35" name="Google Shape;35;p5"/>
            <p:cNvSpPr txBox="1"/>
            <p:nvPr/>
          </p:nvSpPr>
          <p:spPr>
            <a:xfrm>
              <a:off x="1518225" y="251809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883554"/>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Hugo is fool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5126698"/>
            <a:ext cx="9198727" cy="2609982"/>
            <a:chOff x="1518223" y="2327475"/>
            <a:chExt cx="8629200" cy="2448386"/>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88176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b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b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2222222222222222222</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2400">
                <a:solidFill>
                  <a:srgbClr val="0066CC"/>
                </a:solidFill>
                <a:latin typeface="Urbanist Light"/>
              </a:rPr>
              <a:t>Hugo clarke</a:t>
            </a:r>
            <a:r>
              <a:rPr sz="2400">
                <a:latin typeface="Urbanist Light"/>
              </a:rPr>
              <a:t>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rPr>
              <a:t>We Review Hundreds of Engineers - Only ~1% Make It This Far. </a:t>
            </a:r>
            <a:r>
              <a:rPr sz="3600">
                <a:solidFill>
                  <a:srgbClr val="0066CC"/>
                </a:solidFill>
              </a:rPr>
              <a:t>Hugo clarke</a:t>
            </a:r>
            <a:r>
              <a:rPr sz="3600"/>
              <a:t>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Why </a:t>
            </a:r>
            <a:r>
              <a:rPr>
                <a:solidFill>
                  <a:srgbClr val="0066CC"/>
                </a:solidFill>
              </a:rPr>
              <a:t>Hugo clarke</a:t>
            </a:r>
            <a:r>
              <a:rPr/>
              <a:t>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rPr>
              <a:t/>
            </a:r>
            <a:r>
              <a:rPr sz="4000">
                <a:solidFill>
                  <a:srgbClr val="0066CC"/>
                </a:solidFill>
              </a:rPr>
              <a:t>Hugo clarke</a:t>
            </a:r>
            <a:r>
              <a:rPr sz="4000"/>
              <a:t>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Designed and implemented an AI-driven penetration testing agent to automate vulnerability identification and reporting.</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Where </a:t>
            </a:r>
            <a:r>
              <a:rPr>
                <a:solidFill>
                  <a:srgbClr val="0066CC"/>
                </a:solidFill>
              </a:rPr>
              <a:t>Hugo clarke</a:t>
            </a:r>
            <a:r>
              <a:rPr/>
              <a:t>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sz="2860" b="0" i="0" u="none">
                  <a:solidFill>
                    <a:srgbClr val="0066CC"/>
                  </a:solidFill>
                  <a:latin typeface="Urbanist Medium"/>
                </a:rPr>
                <a:t>Hugo clarke</a:t>
              </a:r>
              <a:r>
                <a:rPr sz="2860" b="0" i="0" u="none">
                  <a:solidFill>
                    <a:srgbClr val="7068F4"/>
                  </a:solidFill>
                  <a:latin typeface="Urbanist Medium"/>
                </a:rPr>
                <a:t>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sz="2260" b="1">
                <a:solidFill>
                  <a:srgbClr val="0066CC"/>
                </a:solidFill>
                <a:latin typeface="Urbanist"/>
              </a:rPr>
              <a:t>Hugo clarke</a:t>
            </a:r>
            <a:r>
              <a:rPr sz="2260" b="1">
                <a:latin typeface="Urbanist"/>
              </a:rPr>
              <a:t>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sz="2400" b="0" i="0" u="none">
                <a:solidFill>
                  <a:srgbClr val="0066CC"/>
                </a:solidFill>
                <a:latin typeface="Urbanist Light"/>
              </a:rPr>
              <a:t>Hugo clarke</a:t>
            </a:r>
            <a:r>
              <a:rPr sz="2400" b="0" i="0" u="none">
                <a:latin typeface="Urbanist Light"/>
              </a:rPr>
              <a:t>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10934</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10</cp:revision>
  <dcterms:created xsi:type="dcterms:W3CDTF">2026-02-19T13:33:00Z</dcterms:created>
  <dcterms:modified xsi:type="dcterms:W3CDTF">2026-02-19T22:26:38Z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